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chi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PHASE G — PRACTICE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 Training Lab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41248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to train models that actually work — the practitioner's playbook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415137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loop · learning rate · regularization · tuning · debugging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U26  ·  Phase G  ·  18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i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Training is a craft, not a button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engineers, same model and data, get very different results. </a:t>
            </a:r>
            <a:pPr algn="l" indent="0" marL="0">
              <a:lnSpc>
                <a:spcPct val="104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how to train well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loop, the knobs, the diagnostics — is what makes the difference.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sync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58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forward, loss, backward, step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slid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knobs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2944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rate, batch, epochs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overfit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230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regularization, early stop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gaug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it right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516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tune, debug, reproduce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layer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9802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unit is the bridge between knowing the algorithms and getting them to perform in practice.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U26 · Model Training Lab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syn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LEARNING HAPPENS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training loop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pass, loss, backward pass, update — repeat.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Lab · Phase G  ·  03 / 18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yn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STEP, REPEATED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Anatomy of a training loop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2498598" cy="1874520"/>
          </a:xfrm>
          <a:prstGeom prst="roundRect">
            <a:avLst>
              <a:gd name="adj" fmla="val 390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87043" y="253288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8" name="Image 1" descr="ic_arrow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491" y="268833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246120"/>
            <a:ext cx="23157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58368" y="3575304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from a batch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065526" y="2331720"/>
            <a:ext cx="3291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3412998" y="2331720"/>
            <a:ext cx="2498598" cy="1874520"/>
          </a:xfrm>
          <a:prstGeom prst="roundRect">
            <a:avLst>
              <a:gd name="adj" fmla="val 390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51401" y="253288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4" name="Image 2" descr="ic_gau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849" y="268833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04438" y="3246120"/>
            <a:ext cx="23157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522726" y="3575304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error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929884" y="2331720"/>
            <a:ext cx="3291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3"/>
          <p:cNvSpPr/>
          <p:nvPr/>
        </p:nvSpPr>
        <p:spPr>
          <a:xfrm>
            <a:off x="6277356" y="2331720"/>
            <a:ext cx="2498598" cy="1874520"/>
          </a:xfrm>
          <a:prstGeom prst="roundRect">
            <a:avLst>
              <a:gd name="adj" fmla="val 390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215759" y="253288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0" name="Image 3" descr="ic_functio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1207" y="2688336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68796" y="3246120"/>
            <a:ext cx="23157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387084" y="3575304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via backprop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794242" y="2331720"/>
            <a:ext cx="3291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18"/>
          <p:cNvSpPr/>
          <p:nvPr/>
        </p:nvSpPr>
        <p:spPr>
          <a:xfrm>
            <a:off x="9141714" y="2331720"/>
            <a:ext cx="2498598" cy="1874520"/>
          </a:xfrm>
          <a:prstGeom prst="roundRect">
            <a:avLst>
              <a:gd name="adj" fmla="val 390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080117" y="253288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6" name="Image 4" descr="ic_tren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5565" y="2688336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33154" y="3246120"/>
            <a:ext cx="23157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251442" y="3575304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updates weights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2468880" y="4526280"/>
            <a:ext cx="7251192" cy="1005840"/>
          </a:xfrm>
          <a:prstGeom prst="roundRect">
            <a:avLst>
              <a:gd name="adj" fmla="val 9091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2651760" y="4672584"/>
            <a:ext cx="6885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:= θ  −  η · ∇θ L</a:t>
            </a:r>
            <a:endParaRPr lang="en-US" sz="2200" dirty="0"/>
          </a:p>
        </p:txBody>
      </p:sp>
      <p:sp>
        <p:nvSpPr>
          <p:cNvPr id="31" name="Text 24"/>
          <p:cNvSpPr/>
          <p:nvPr/>
        </p:nvSpPr>
        <p:spPr>
          <a:xfrm>
            <a:off x="2651760" y="5020056"/>
            <a:ext cx="6885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descent: step downhill on the loss; η = learning rate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U26 · Model Training Lab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cisso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YOUR NUMBERS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splits &amp; leakage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splits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fit the weights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tune &amp; choose models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— touched ONCE, final estimate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stratified splits for imbalance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leakage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scalers/encoders on TRAIN only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future information in features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groups/time together when splitting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= great scores that vanish in prod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results look too good to be true, suspect leakage before celebrating.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U26 · Model Training Lab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func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MINIMISE, HOW YOU MINIMISE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Loss functions &amp; optimizers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loss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→ MSE / MAE / Huber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→ cross-entropy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→ weighted / focal loss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encodes what you care about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optimizer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(+momentum) — simple, strong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/ AdamW — fast, robust default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differ in how they use gradients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is the common modern default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cross-entropy + AdamW for classification, MSE + Adam for regression — then refine.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U26 · Model Training Lab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slid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KNOBS THAT MATTER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Tuning the training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rate, batch size, epochs, regularization.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Lab · Phase G  ·  07 / 18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r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KNOB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Learning rate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war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35915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high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34670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diverges or oscillates — overshoots the minimum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92024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histor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35915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low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34670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painfully slowly; may stall in a poor spot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92024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check2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35915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right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34670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steady, fast descent — find it with an LR range test</a:t>
            </a:r>
            <a:endParaRPr lang="en-US" sz="1030" dirty="0"/>
          </a:p>
        </p:txBody>
      </p:sp>
      <p:sp>
        <p:nvSpPr>
          <p:cNvPr id="21" name="Text 15"/>
          <p:cNvSpPr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schedules (warm-up, cosine decay) and an LR finder. If only one hyperparameter is tuned, tune this one.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U26 · Model Training Lab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ub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MUCH, HOW LONG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Batch size &amp; epochs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→ faster, smoother, more memory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→ noisier gradients, can generalise better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learning rate with batch size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GPU memory in practice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epoch = one full pass over the data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→ underfit; too many → overfit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early stopping decide the count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validation, not training, loss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U26 · Model Training Lab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 OVERFITTING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Regularization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4708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7373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 (L2)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penalise large weights to keep the model simple.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" y="24505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40864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randomly drop units during training so no neuron is indispensable.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9443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expand the data with realistic transformations.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365760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5478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&gt; everything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most reliable regularizer is simply more, cleaner data.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U26 · Model Training Lab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eck2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AT THE RIGHT TIME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Early stopping &amp; checkpoints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validation loss; stop when it stops improving (with patience), and keep the best checkpoint — not the last.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3774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val metric every epoch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patience: wait N epochs before stopping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the best-scoring weights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checkpoints to resume safely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3774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over-training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compute time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epoch is rarely the best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reliable accuracy boost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U26 · Model Training Lab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gau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WORKING TO WELL-TUNED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Getting it right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systematically, debug failures, reproduce results.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Lab · Phase G  ·  12 / 18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lid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SYSTEMATICALLY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Hyperparameter tuning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sane workflow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baseline running first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learning rate before anything else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 &gt; grid for the same budget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Bayesian / Optuna to go further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honestly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on validation, never on test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 at a time when debugging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run (params + metrics)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early on hopeless trials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U26 · Model Training Lab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LOSS WON'T DROP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Debugging training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4708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7373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 a tiny batch first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if the model can't memorise 10 samples, something is broken.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241401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0428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data pipeline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wrong labels, bad normalisation, shuffled targets — look at real samples.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29809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871216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Sanity-check the loss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initial loss should match a random-guess baseline.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354787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438144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learning rate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diverging loss (NaNs) usually means the LR is too high.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411480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40050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gradients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vanishing/exploding gradients point to scaling or architecture issues.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U26 · Model Training Lab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his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REPEATABLE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Reproducibility &amp; hygiene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everything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random seeds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library &amp; data versions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configs with each run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 the environment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everything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params, metrics, and artifacts per run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runs fairly (one change at a time)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best checkpoint + its recipe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MLflow, W&amp;B (from U24)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result you can't reproduce isn't a result — hygiene now saves days of confusion later.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U26 · Model Training Lab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START FROM SCRATCH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Transfer learning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model pretrained on a large dataset and adapt it to your task with far less data and compute.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3774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extraction: freeze the backbone, train a new head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fine-tuning: unfreeze some layers, low learning rate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when your dataset is small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 in vision &amp; NLP today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3774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mismatch can hurt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small LR so you don't wreck pretrained weights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→ fine-tune more layers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validate honestly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U26 · Model Training Lab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Common pitfalls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013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916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on the test set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peeking at test while tuning inflates scores and fools everyone, including you.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236829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2585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the learning rate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single highest-impact knob, often left at a default.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29352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825496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train loss only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train loss always drops; validation loss tells the real story.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35021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392424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baseline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without a simple baseline you can't tell if your fancy model is any good.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406908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39593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Unreproducible runs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seeds, no config logging — results you can never recreate.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463600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4526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longer to fix overfit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more epochs make overfitting worse, not better — regularise instead.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U26 · Model Training Lab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loop: forward → loss → backward → step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is the knob that matters most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validation; early-stop on it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 to fight overfitting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runs; keep it reproducible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LR range test; pick the best rate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 a 10-sample batch to 100%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early stopping with patience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dropout 0.0 / 0.3 / 0.5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 pretrained model on your data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U27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Case Studies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94192" y="34107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979408" y="33649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works in the real world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chi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5586984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training is methodical — a solid loop, the learning rate dialled in, validation watched closely, and every run tracked so you can trust and repeat your results.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U26 · Model Training Lab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2026-06-12T11:37:00Z</dcterms:created>
  <dcterms:modified xsi:type="dcterms:W3CDTF">2026-06-12T11:37:00Z</dcterms:modified>
</cp:coreProperties>
</file>
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industr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PHASE G — APPLICATIONS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Industry Case Studies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machine learning creates value in the real world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513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energy · civil · finance · retail · autonomy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U27  ·  Phase G  ·  18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oo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to read a case study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successful project answers the same five questions.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them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each case — and in your own work.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1881835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78662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0" name="Image 1" descr="ic_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10" y="314553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703320"/>
            <a:ext cx="1698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4032504"/>
            <a:ext cx="16623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pain?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448763" y="278892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2851099" y="2788920"/>
            <a:ext cx="1881835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81121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2" descr="ic_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569" y="314553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42539" y="3703320"/>
            <a:ext cx="1698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2960827" y="4032504"/>
            <a:ext cx="16623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fuels it?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751222" y="278892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5153558" y="2788920"/>
            <a:ext cx="1881835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83580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3" descr="ic_chi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314553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44998" y="3703320"/>
            <a:ext cx="1698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263286" y="4032504"/>
            <a:ext cx="16623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technique?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053682" y="278892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0"/>
          <p:cNvSpPr/>
          <p:nvPr/>
        </p:nvSpPr>
        <p:spPr>
          <a:xfrm>
            <a:off x="7456018" y="2788920"/>
            <a:ext cx="1881835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6039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8" name="Image 4" descr="ic_rock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487" y="3145536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47458" y="3703320"/>
            <a:ext cx="1698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565746" y="4032504"/>
            <a:ext cx="16623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 live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9356141" y="278892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25"/>
          <p:cNvSpPr/>
          <p:nvPr/>
        </p:nvSpPr>
        <p:spPr>
          <a:xfrm>
            <a:off x="9758477" y="2788920"/>
            <a:ext cx="1881835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88498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4" name="Image 5" descr="ic_tren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3946" y="3145536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49917" y="3703320"/>
            <a:ext cx="1698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9868205" y="4032504"/>
            <a:ext cx="16623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value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matters less than fit: the best projects start from a clear problem and a metric that moves the business.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indust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INDUSTRY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Industrial AI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maintenance, energy, infrastructure and quality.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Case Studies · Phase G  ·  03 / 18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Predictive maintenance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machine failures halt production lines and cost millions in downtime.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06040"/>
            <a:ext cx="91440" cy="23317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 (vibration, temperature, current)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historical failures; engineer features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/ survival models flag risk early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feed the maintenance scheduling system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06040"/>
            <a:ext cx="91440" cy="23317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cut by 30–50% in many deployments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shifts from reactive to planned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asset life, fewer catastrophic failures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spare-parts inventory optimised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industrial-AI use case — and the subject of your Day-8 capstone.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h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UTILITIES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Load &amp; renewable forecasting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 must balance supply and demand in real time; renewables are intermittent.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06040"/>
            <a:ext cx="91440" cy="23317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calendar and historical load data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&amp; gradient-boosted models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 and wind/solar output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dispatch, trading and storage decisions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06040"/>
            <a:ext cx="91440" cy="23317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costly peaker-plant starts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renewables integrated safely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balancing costs and emissions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day-ahead market bids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translates almost directly into money and carbon saved.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ount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ENGINEERING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Structural health monitoring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bridges, dams and buildings age — manual inspection is slow, costly and intermittent.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06040"/>
            <a:ext cx="91440" cy="23317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strain, vibration &amp; tilt sensors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 on signals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'healthy' baseline; flag deviations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alert engineers to investigate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06040"/>
            <a:ext cx="91440" cy="23317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of damage or fatigue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 targeted where needed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safe service life of assets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public safety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of your Day-9 civil capstone — PCA, clustering and anomaly detection on sensor data.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icrosc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VISION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Automated quality inspection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visual inspection is slow, inconsistent and misses subtle defects at line speed.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06040"/>
            <a:ext cx="91440" cy="23317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capture every part on the line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classifiers / segmentation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labelled defect images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mechanism acts in milliseconds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06040"/>
            <a:ext cx="91440" cy="23317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near-100% inspection coverage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objective defect detection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scrap and fewer escapes to customers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freed for higher-value work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QA is one of the highest-ROI deep-learning applications on the factory floor.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FACTORY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Business &amp; autonomy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fraud, recommendation and autonomous systems.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Case Studies · Phase G  ·  08 / 18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SUPPLY CHAIN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Demand forecasting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over-stock ties up cash and spoils; under-stock loses sales and customers.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06040"/>
            <a:ext cx="91440" cy="23317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history, promotions, seasonality, price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time-series &amp; ML models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 per SKU per location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replenishment &amp; inventory planning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06040"/>
            <a:ext cx="91440" cy="23317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inventory holding costs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stock-outs and lost sales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waste of perishable goods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smoother, cheaper logistics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accuracy gains compound across thousands of SKUs into large savings.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Fraud detection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cost billions; rules alone miss novel patterns and annoy customers.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06040"/>
            <a:ext cx="91440" cy="23317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transaction &amp; behavioural features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classification + anomaly detection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risk in milliseconds at authorisation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 for borderline cases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06040"/>
            <a:ext cx="91440" cy="23317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fraud caught, faster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declines (better experience)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new fraud patterns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direct loss reduction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textbook imbalanced-classification problem where the cost of errors is highly asymmetric.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hum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E-COMMERCE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Recommendation systems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face endless catalogues and can't find what they'll value; engagement drops.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06040"/>
            <a:ext cx="91440" cy="23317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logs (clicks, views, purchases)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&amp; deep retrieval/ranking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what each user will engage with next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online with low latency at scale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06040"/>
            <a:ext cx="91440" cy="23317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engagement and retention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relevant discovery for users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revenue uplift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experience at scale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Recommenders quietly drive a large share of revenue at streaming and retail giants.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MOBILITY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Autonomous systems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and robots must perceive, decide and act safely in complex, changing environments.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06040"/>
            <a:ext cx="91440" cy="23317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camera, lidar &amp; radar perception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+ reinforcement / planning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 loops with safety limits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simulation before real deployment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06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06040"/>
            <a:ext cx="91440" cy="23317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209544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logistics automation today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driver assistance at scale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more efficient operations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frontier: full self-driving, field robotics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perception (deep learning) with sequential decision-making (RL) — the whole course in one system.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WINNERS SHARE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Lessons learned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some projects deliver — and many don't.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Case Studies · Phase G  ·  13 / 18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WORKING PROJECTS GET RIGHT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success factors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737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real problem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clear pain and a metric that moves the business — not 'let's use AI'.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41401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0428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 first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hard, unglamorous data work is most of the battle.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9809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7121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 early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ship a basic model, learn, then improve — don't over-engineer up front.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5478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43814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to production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value only appears when predictions drive decisions and actions.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0050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team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domain experts + data + engineering + ops, working together.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PROJECTS STALL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failure modes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737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looking for a problem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clever model nobody actually needs or will use.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41401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0428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or leaky data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great offline scores that collapse in production.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9809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7121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deployed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notebook that wins a demo but never reaches users ('POC purgatory').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5478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43814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model silently decays as the world drifts (see U24).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0050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the humans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trust, no adoption — users route around what they don't understand.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RESPONSIBLY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Ethics &amp; responsibility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 across groups (recall U20)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 in the data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— can decisions be explained?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when the model is wrong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safeguards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for disparate impact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 for high stakes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data, model &amp; limits (model cards)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harm, not just accuracy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capable model is worthless — or harmful — if it isn't trustworthy, fair and accountable.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CHASM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pilot to production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7043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91" y="28254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38328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371246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+ success metric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65526" y="246888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3412998" y="246888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51401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ic_vi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849" y="28254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04438" y="338328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522726" y="371246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on real data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29884" y="246888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6277356" y="246888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15759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pipe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207" y="282549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68796" y="338328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Productionise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387084" y="371246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serve, monitor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794242" y="246888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9141714" y="246888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80117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4" descr="ic_sync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565" y="282549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33154" y="338328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251442" y="371246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retrain, improve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value is lost between a working prototype and a reliable production system — the MLOps discipline from U24 is what closes that gap.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105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212848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follows: problem → data → model → deploy → impact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creates value across every industry — fit beats novelty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start from a real problem and reach production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failures are data, deployment or adoption — not the model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responsibly: fair, private, explainable, monitored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6245352" y="16459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73952" y="18105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73952" y="2395728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6473952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68896" y="23317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Recap &amp; Knowledge Check  </a:t>
            </a:r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bring the whole course together and test yourself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73952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unit — you're almost there.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7" name="Image 1" descr="ic_indust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ML is an engineering and product discipline — the model is necessary but never sufficient; clear problems, solid data and reliable deployment are what create value.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 · Industry Case Studies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2026-06-12T11:34:14Z</dcterms:created>
  <dcterms:modified xsi:type="dcterms:W3CDTF">2026-06-12T11:34:14Z</dcterms:modified>
</cp:coreProperties>
</file>
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brai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PHASE G — REINFORCEMENT LEARNING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Reinforcement Learning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Scaling RL with neural networks: deep RL  (Part 2 — finish)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1513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approximation · DQN · policy gradients · actor-critic · PPO · RLHF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U25  ·  Phase G  ·  18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tables to neural networks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Part 1: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solved small MDPs with tabular value iteration and Q-learning. </a:t>
            </a:r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scales RL to huge state spaces by replacing the table with a function approximator.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n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RL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don't scale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chi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&amp; its tricks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targ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Policy-based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balanc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(PPO)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thumb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&amp; the frontier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is what powers game-playing agents, robotics, and the alignment of large language models.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n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 DEEP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Function approximation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state space is too big to tabulate, learn a function instead.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Part 2 · Phase G  ·  03 / 18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DON'T SCALE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 with big state spaces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RL breaks down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Q-value per (state, action) pair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~10^45 states; images ~infinite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store or visit them all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generalisation between similar states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approximate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Q(s,a) as a function with weights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generalises across states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states share learning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pixels, sensors, language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lookup table with a learned function is the single idea that turns RL into 'deep' RL.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unc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Q INSTEAD OF STORING IT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Function approximation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with weights θ maps a state to action-values. Training adjusts θ to fit the Bellman target.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468880" y="2697480"/>
            <a:ext cx="7251192" cy="1325880"/>
          </a:xfrm>
          <a:prstGeom prst="roundRect">
            <a:avLst>
              <a:gd name="adj" fmla="val 689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51760" y="2843784"/>
            <a:ext cx="6885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Q(s, a; θ)  ≈  Q*(s, a)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651760" y="3511296"/>
            <a:ext cx="6885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with weights θ approximates the optimal action-value function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now learns weights, not table entries — so it can act in states it has never seen before.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VALUES WITH NETS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Value-based deep RL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Q-Networks and the tricks that make them stable.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Part 2 · Phase G  ·  06 / 18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MEETS DEEP LEARNING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Deep Q-Networks (DQN)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 predicts Q-values from raw state (e.g. game pixels); trained to minimise the temporal-difference error.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554480" y="2651760"/>
            <a:ext cx="9079992" cy="1325880"/>
          </a:xfrm>
          <a:prstGeom prst="roundRect">
            <a:avLst>
              <a:gd name="adj" fmla="val 689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737360" y="2798064"/>
            <a:ext cx="87142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L(θ) = ( r + γ·maxₐ′ Q(s′,a′; θ⁻) − Q(s,a; θ) )²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37360" y="3465576"/>
            <a:ext cx="8714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the squared TD error toward a (semi-fixed) target network θ⁻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famously learned to play dozens of Atari games from pixels alone, at human level — a landmark for deep RL.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NAIVE DQN IS UNSTABLE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tricks that make it work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transitions in a buffer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random minibatches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correlation between samples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each experience many times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slowly-updated copy θ⁻ for the target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target 'chasing' the prediction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the moving objective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to θ every N steps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these two stabilisers, the network's own moving target makes training diverge.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DQN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DQN improvements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bal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35915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34670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action selection from evaluation → less over-estimation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92024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59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34670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value V(s) and advantage A(s,a) streams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92024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ortnum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3591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replay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34670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surprising transitions more often</a:t>
            </a:r>
            <a:endParaRPr lang="en-US" sz="1030" dirty="0"/>
          </a:p>
        </p:txBody>
      </p:sp>
      <p:sp>
        <p:nvSpPr>
          <p:cNvPr id="21" name="Text 15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refinements (combined in 'Rainbow') each fix a specific weakness of vanilla DQN.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POLICY DIRECTLY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Policy-based methods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the policy itself — essential for continuous control.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Part 2 · Phase G  ·  10 / 18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THE POLICY DIRECTLY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Policy gradients (REINFORCE)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 the policy π(a|s; θ) and nudge θ to make high-return actions more likely.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737360" y="2651760"/>
            <a:ext cx="8714232" cy="1325880"/>
          </a:xfrm>
          <a:prstGeom prst="roundRect">
            <a:avLst>
              <a:gd name="adj" fmla="val 689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920240" y="2798064"/>
            <a:ext cx="83484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∇θ J  =  E[ ∇θ log π(a|s; θ) · Gₜ ]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920240" y="3465576"/>
            <a:ext cx="8348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up the log-probability of actions that led to high return Gₜ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naturally for continuous/large action spaces where 'max over actions' (DQN) is impractical.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Actor-critic methods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4688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π(a|s) — chooses actions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via the policy gradient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the action space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46888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function V(s) or Q(s,a)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how good the actor's choices are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the variance of the gradient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critic's value estimate replaces noisy full returns, making learning far more stable (A2C, A3C, DDPG, SAC).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WORKHORSE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Proximal Policy Optimization (PPO)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813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actor-critic method that limits how far the policy can change in one update — stable, robust, and easy to tune.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19456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dominates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objective prevents destructive updates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performance with little tuning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robotics, games, control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19456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you've met it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RL algorithm in most libraries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agents in OpenAI Gym / Isaac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RL step in RLHF for LLMs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REAL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Practice &amp; frontier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 to use deep RL — and where it's going.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Part 2 · Phase G  ·  14 / 18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IN THE REAL WORLD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Practical challenges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47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737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efficiency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deep RL can need millions of steps — use simulators where possible.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24505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4086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design rewards carefully; agents exploit loopholes ('reward hacking').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443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bridge the gap with domain randomisation before deploying on hardware.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6576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478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&amp; tuning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results vary across seeds; log everything and average over runs.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hum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DEEP RL SHOWS 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Applications &amp; RLHF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gam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35915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&amp; simulation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34670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Atari, Go, StarCraft, Gran Turismo at superhuman level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92024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59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control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34670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locomotion, manipulation, data-centre cooling, chip design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92024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thum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3591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for LLMs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34670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language models to human preferences via reward models</a:t>
            </a:r>
            <a:endParaRPr lang="en-US" sz="1030" dirty="0"/>
          </a:p>
        </p:txBody>
      </p:sp>
      <p:sp>
        <p:nvSpPr>
          <p:cNvPr id="21" name="Text 15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(reinforcement learning from human feedback) is how modern assistants are tuned to be helpful and safe.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pitfalls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47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737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for RL too soon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if supervised learning or simple control works, prefer it — RL is costly and finicky.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41401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0428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training ignored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skipping replay/target tricks or not averaging over seeds gives misleading results.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9809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87121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agent optimises the literal reward, not your intent — test for loopholes.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5478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43814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Sim-only validation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policy that shines in simulation can fail badly on real hardware.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0050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exploration strategy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poor exploration gets stuck on a mediocre policy forever.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105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212848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= RL + function approximation (neural nets)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learns Q from raw state; replay + target net stabilise it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gradients optimise the policy directly (continuous control)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+ PPO = the modern, stable workhorse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aligns large language models to human feedback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6245352" y="16459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73952" y="18105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73952" y="2286000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6473952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68896" y="22860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Lab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 models well in practice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73952" y="3127248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6473952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68896" y="312724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Case Studies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in the real world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73952" y="3968496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6473952" y="3968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68896" y="396849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Recap &amp; Knowledge Check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bringing it all together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73952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stretch — three units to the finish line.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1" descr="ic_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marries the value/policy ideas of Part 1 with neural networks — powerful, but to be reached for only when the problem truly needs sequential decision-making.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U25 · Reinforcement Learning (finish)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2026-06-12T11:29:30Z</dcterms:created>
  <dcterms:modified xsi:type="dcterms:W3CDTF">2026-06-12T11:29:30Z</dcterms:modified>
</cp:coreProperties>
</file>
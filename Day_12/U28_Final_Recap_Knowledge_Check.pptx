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book2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PHASE G — COURSE FINALE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Final Recap &amp; Knowledge Check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41248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Bringing the whole journey together — and testing what stuck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415137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recap · 8 knowledge-check questions · where to go next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U28  ·  Phase G  ·  18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tep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YOU'VE COME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course journey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units, one arc: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principles to production systems and reinforcement learning. Here's the whole map.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2457450" cy="1874520"/>
          </a:xfrm>
          <a:prstGeom prst="roundRect">
            <a:avLst>
              <a:gd name="adj" fmla="val 390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466469" y="299008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0" name="Image 1" descr="ic_seedl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917" y="314553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3703320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A–C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58368" y="4032504"/>
            <a:ext cx="223799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core ML concepts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024378" y="2788920"/>
            <a:ext cx="3840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3426714" y="2788920"/>
            <a:ext cx="2457450" cy="1874520"/>
          </a:xfrm>
          <a:prstGeom prst="roundRect">
            <a:avLst>
              <a:gd name="adj" fmla="val 390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44543" y="299008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6" name="Image 2" descr="ic_site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1" y="314553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18154" y="3703320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D–E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536442" y="4032504"/>
            <a:ext cx="223799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&amp; unsupervised learning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902452" y="2788920"/>
            <a:ext cx="3840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6304788" y="2788920"/>
            <a:ext cx="2457450" cy="1874520"/>
          </a:xfrm>
          <a:prstGeom prst="roundRect">
            <a:avLst>
              <a:gd name="adj" fmla="val 390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222617" y="299008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3" descr="ic_pipeli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065" y="314553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96228" y="3703320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F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14516" y="4032504"/>
            <a:ext cx="223799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ML engineering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780526" y="2788920"/>
            <a:ext cx="3840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0"/>
          <p:cNvSpPr/>
          <p:nvPr/>
        </p:nvSpPr>
        <p:spPr>
          <a:xfrm>
            <a:off x="9182862" y="2788920"/>
            <a:ext cx="2457450" cy="1874520"/>
          </a:xfrm>
          <a:prstGeom prst="roundRect">
            <a:avLst>
              <a:gd name="adj" fmla="val 390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100691" y="299008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8" name="Image 4" descr="ic_robo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6139" y="3145536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274302" y="3703320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9292590" y="4032504"/>
            <a:ext cx="223799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&amp; applications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built on the last: concepts → models → engineering → advanced methods → real-world impact.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U28 · Final Recap &amp; Knowledge Check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book2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Course recap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ideas from each phase, in one place.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Recap &amp; Knowledge Check · Phase G  ·  03 / 18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eedl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A–C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Foundations &amp; core ML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NumPy, pandas for data work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math: linear algebra, probability, statistics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EDA &amp; visualization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problems as learnable tasks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 concepts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paradigms &amp; workflow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train/test, generalization, bias–variance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over/under-fitting and how to spot it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that fit the goal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groundwork: how to handle data and reason about whether a model is actually learning.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U28 · Final Recap &amp; Knowledge Check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D–E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Supervised &amp; unsupervised learning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classification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linear/logistic, trees, ensembles (RF, boosting)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selection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&amp; hyperparameter tuning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(k-means, hierarchical, DBSCAN)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(PCA)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data-centric AI, fairness &amp; explainability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toolkit: learning from labels, and finding structure when there are none.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U28 · Final Recap &amp; Knowledge Check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ipe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F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&amp; ML engineering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ETL/ELT pipelines &amp; orchestration (DAGs)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data: Kafka streaming &amp; Spark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storage: object/block/file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databases: SQL, NoSQL, scaling, CAP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engineering (MLOps)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training pipelines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stores &amp; experiment tracking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registry, serving, drift monitoring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training-serving skew &amp; continuous training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that turns a model into a reliable, scalable production system.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U28 · Final Recap &amp; Knowledge Check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Reinforcement learning &amp; applications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MDPs: states, actions, rewards, policies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functions &amp; the Bellman equation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Q-learning, SARSA, value iteration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RL: DQN, policy gradients, PPO, RLHF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 work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models well in practice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case studies across domains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production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responsible, monitored deployment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learn from reward — and the judgment to apply all of this responsibly in the real world.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U28 · Final Recap &amp; Knowledge Check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check2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Knowledge check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questions across the course — answers included.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Recap &amp; Knowledge Check · Phase G  ·  08 / 18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eedl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· 1 of 4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Foundations &amp; learning paradigms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5394960" cy="3611880"/>
          </a:xfrm>
          <a:prstGeom prst="roundRect">
            <a:avLst>
              <a:gd name="adj" fmla="val 253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901952"/>
            <a:ext cx="475488" cy="475488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63040" y="1865376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supervised and unsupervised learning?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3383280"/>
            <a:ext cx="4809744" cy="20117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493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41248" y="3822192"/>
            <a:ext cx="4809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trains on labelled examples (x → y) to predict a known target. Unsupervised learning finds structure (clusters, components) in unlabelled data — there is no target.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627632"/>
            <a:ext cx="5394960" cy="3611880"/>
          </a:xfrm>
          <a:prstGeom prst="roundRect">
            <a:avLst>
              <a:gd name="adj" fmla="val 253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19672" y="1901952"/>
            <a:ext cx="475488" cy="475488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5" name="Text 12"/>
          <p:cNvSpPr/>
          <p:nvPr/>
        </p:nvSpPr>
        <p:spPr>
          <a:xfrm>
            <a:off x="6519672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59752" y="1865376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overfitting, and name two ways to reduce it.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37960" y="3383280"/>
            <a:ext cx="4809744" cy="20117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6537960" y="3493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37960" y="3822192"/>
            <a:ext cx="4809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memorises training noise and fails to generalise (great train score, poor test score). Reduce it with regularization, more/cleaner data, early stopping, or a simpler model.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U28 · Final Recap &amp; Knowledge Check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cisso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· 2 of 4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Evaluation &amp; data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5394960" cy="3611880"/>
          </a:xfrm>
          <a:prstGeom prst="roundRect">
            <a:avLst>
              <a:gd name="adj" fmla="val 253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901952"/>
            <a:ext cx="475488" cy="475488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63040" y="1865376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 data into train, validation and test sets?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3383280"/>
            <a:ext cx="4809744" cy="20117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493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41248" y="3822192"/>
            <a:ext cx="4809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fits the weights; validation tunes hyperparameters and selects models; test is touched only once for an unbiased final estimate. Without separation, scores are optimistic.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627632"/>
            <a:ext cx="5394960" cy="3611880"/>
          </a:xfrm>
          <a:prstGeom prst="roundRect">
            <a:avLst>
              <a:gd name="adj" fmla="val 253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19672" y="1901952"/>
            <a:ext cx="475488" cy="475488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5" name="Text 12"/>
          <p:cNvSpPr/>
          <p:nvPr/>
        </p:nvSpPr>
        <p:spPr>
          <a:xfrm>
            <a:off x="6519672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59752" y="1865376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 leakage and why is it dangerous?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37960" y="3383280"/>
            <a:ext cx="4809744" cy="20117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6537960" y="3493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37960" y="3822192"/>
            <a:ext cx="4809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information unavailable at prediction time leaks into training (e.g. fitting a scaler on all data, or future features). It inflates offline scores that then collapse in production.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U28 · Final Recap &amp; Knowledge Check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ipe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· 3 of 4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&amp; ML engineering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5394960" cy="3611880"/>
          </a:xfrm>
          <a:prstGeom prst="roundRect">
            <a:avLst>
              <a:gd name="adj" fmla="val 253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901952"/>
            <a:ext cx="475488" cy="475488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63040" y="1865376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an ETL pipeline do, and why must loads be idempotent?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3383280"/>
            <a:ext cx="4809744" cy="20117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493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41248" y="3822192"/>
            <a:ext cx="4809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from sources, Transform into clean shape, Load to a destination. Idempotent loads (e.g. upserts) mean re-running produces no duplicates — so a failed run can be safely retried.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627632"/>
            <a:ext cx="5394960" cy="3611880"/>
          </a:xfrm>
          <a:prstGeom prst="roundRect">
            <a:avLst>
              <a:gd name="adj" fmla="val 253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19672" y="1901952"/>
            <a:ext cx="475488" cy="475488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5" name="Text 12"/>
          <p:cNvSpPr/>
          <p:nvPr/>
        </p:nvSpPr>
        <p:spPr>
          <a:xfrm>
            <a:off x="6519672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59752" y="1865376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training-serving skew, and how do you prevent it?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37960" y="3383280"/>
            <a:ext cx="4809744" cy="20117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6537960" y="3493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37960" y="3822192"/>
            <a:ext cx="4809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features are computed differently at serving than in training, silently breaking the model. Prevent it by fitting the transformer once and reusing that same artifact at serve time.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U28 · Final Recap &amp; Knowledge Check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 · 4 of 4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Databases &amp; reinforcement learning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5394960" cy="3611880"/>
          </a:xfrm>
          <a:prstGeom prst="roundRect">
            <a:avLst>
              <a:gd name="adj" fmla="val 253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901952"/>
            <a:ext cx="475488" cy="475488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63040" y="1865376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choose SQL vs NoSQL, and what does the Bellman equation express?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3383280"/>
            <a:ext cx="4809744" cy="20117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493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41248" y="3822192"/>
            <a:ext cx="4809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for structured data needing transactions &amp; strong consistency; NoSQL for flexible schemas and horizontal scale. Bellman: a state's value = best immediate reward + discounted value of the next state.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627632"/>
            <a:ext cx="5394960" cy="3611880"/>
          </a:xfrm>
          <a:prstGeom prst="roundRect">
            <a:avLst>
              <a:gd name="adj" fmla="val 253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19672" y="1901952"/>
            <a:ext cx="475488" cy="475488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15" name="Text 12"/>
          <p:cNvSpPr/>
          <p:nvPr/>
        </p:nvSpPr>
        <p:spPr>
          <a:xfrm>
            <a:off x="6519672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59752" y="1865376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Q-learning and SARSA?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37960" y="3383280"/>
            <a:ext cx="4809744" cy="20117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6537960" y="3493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37960" y="3822192"/>
            <a:ext cx="4809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TD control. Q-learning is off-policy — it learns the optimal policy using the max next action. SARSA is on-policy — it learns the value of the behaviour it actually follows, so it plays safer near risk.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U28 · Final Recap &amp; Knowledge Check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to go next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Specialise, stay current, and build a portfolio.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Recap &amp; Knowledge Check · Phase G  ·  13 / 18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LANE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Career paths &amp; specializations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35915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Data Scientist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346704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problems, modelling, experimentation, analysis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92024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pipelin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35915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Data Engineer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346704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pipelines, platforms, scaling, MLOps &amp; serving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92024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15798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brai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35915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303580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/ Specialist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346704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learning, RL, NLP, computer vision, frontier work</a:t>
            </a:r>
            <a:endParaRPr lang="en-US" sz="1030" dirty="0"/>
          </a:p>
        </p:txBody>
      </p:sp>
      <p:sp>
        <p:nvSpPr>
          <p:cNvPr id="21" name="Text 15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build on the same foundation you now have — pick the balance of modelling, engineering and research that fits you.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U28 · Final Recap &amp; Knowledge Check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MOVES FAST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Staying current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4708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7373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don't just read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fastest learning comes from shipping real projects end-to-end.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" y="24505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4086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primary sources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papers (arXiv), library docs, and engineering blogs over hype.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9443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fundamentals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tools change yearly; the core maths and ideas you learned do not.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365760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5478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 community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Kaggle, open source, meetups — learn in public and get feedback.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U28 · Final Recap &amp; Knowledge Check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PORTFOLIO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Capstone project ideas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on real sensor data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or energy forecasting service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image-based quality inspector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it with an API + monitoring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MLOps pipeline (train→serve→monitor)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RL agent for a control / routing task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recommendation system on open data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it: data card, model card, results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complete, deployed project teaches — and demonstrates — more than a dozen tutorials.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U28 · Final Recap &amp; Knowledge Check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778240" y="-1280160"/>
            <a:ext cx="5943600" cy="5943600"/>
          </a:xfrm>
          <a:prstGeom prst="roundRect">
            <a:avLst>
              <a:gd name="adj" fmla="val 3077"/>
            </a:avLst>
          </a:prstGeom>
          <a:solidFill>
            <a:srgbClr val="2D6A9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-1371600" y="310896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13248" y="868680"/>
            <a:ext cx="1371600" cy="13716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rocke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1060704"/>
            <a:ext cx="987552" cy="9875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514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3017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You've completed the course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920240" y="3977640"/>
            <a:ext cx="8348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foundations to production ML and reinforcement learning — 28 units, one complete journey. You now have the tools to build, deploy and reason about machine-learning systems responsibly.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U28 · Final Recap &amp; Knowledge Check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end — and your beginning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1874520"/>
          </a:xfrm>
          <a:prstGeom prst="roundRect">
            <a:avLst>
              <a:gd name="adj" fmla="val 4878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74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now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and engineer data, train and evaluate models, build pipelines, deploy and monitor systems, and apply reinforcement learning — all with an eye for what's reliable, fair and genuinely useful.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79476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4251960"/>
            <a:ext cx="676656" cy="676656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1" name="Image 1" descr="ic_rock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441655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4087368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645920" y="4544568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one complete, deployed project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306824" y="379476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81144" y="4251960"/>
            <a:ext cx="676656" cy="676656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6" name="Image 2" descr="ic_seedlin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441655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04104" y="4087368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learning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404104" y="4544568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first, then the frontier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065008" y="379476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39328" y="4251960"/>
            <a:ext cx="676656" cy="676656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1" name="Image 3" descr="ic_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441655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62288" y="4087368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62288" y="4544568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teach, contribute, learn in public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Go build something that matters. — Good luck!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U28 · Final Recap &amp; Knowledge Check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2026-06-12T11:36:07Z</dcterms:created>
  <dcterms:modified xsi:type="dcterms:W3CDTF">2026-06-12T11:36:07Z</dcterms:modified>
</cp:coreProperties>
</file>
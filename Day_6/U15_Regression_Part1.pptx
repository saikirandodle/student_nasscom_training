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2D6A9F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xVal>
            <c:numRef>
              <c:f>Sheet1!$A$2:$A$36</c:f>
              <c:numCache>
                <c:formatCode>General</c:formatCode>
                <c:ptCount val="35"/>
                <c:pt idx="0">
                  <c:v>1</c:v>
                </c:pt>
                <c:pt idx="1">
                  <c:v>1.2352941176470589</c:v>
                </c:pt>
                <c:pt idx="2">
                  <c:v>1.4705882352941178</c:v>
                </c:pt>
                <c:pt idx="3">
                  <c:v>1.7058823529411766</c:v>
                </c:pt>
                <c:pt idx="4">
                  <c:v>1.9411764705882353</c:v>
                </c:pt>
                <c:pt idx="5">
                  <c:v>2.1764705882352944</c:v>
                </c:pt>
                <c:pt idx="6">
                  <c:v>2.4117647058823533</c:v>
                </c:pt>
                <c:pt idx="7">
                  <c:v>2.6470588235294117</c:v>
                </c:pt>
                <c:pt idx="8">
                  <c:v>2.8823529411764706</c:v>
                </c:pt>
                <c:pt idx="9">
                  <c:v>3.1176470588235294</c:v>
                </c:pt>
                <c:pt idx="10">
                  <c:v>3.3529411764705883</c:v>
                </c:pt>
                <c:pt idx="11">
                  <c:v>3.588235294117647</c:v>
                </c:pt>
                <c:pt idx="12">
                  <c:v>3.823529411764706</c:v>
                </c:pt>
                <c:pt idx="13">
                  <c:v>4.0588235294117645</c:v>
                </c:pt>
                <c:pt idx="14">
                  <c:v>4.294117647058823</c:v>
                </c:pt>
                <c:pt idx="15">
                  <c:v>4.529411764705882</c:v>
                </c:pt>
                <c:pt idx="16">
                  <c:v>4.764705882352941</c:v>
                </c:pt>
                <c:pt idx="17">
                  <c:v>5</c:v>
                </c:pt>
                <c:pt idx="18">
                  <c:v>5.235294117647059</c:v>
                </c:pt>
                <c:pt idx="19">
                  <c:v>5.470588235294118</c:v>
                </c:pt>
                <c:pt idx="20">
                  <c:v>5.705882352941177</c:v>
                </c:pt>
                <c:pt idx="21">
                  <c:v>5.9411764705882355</c:v>
                </c:pt>
                <c:pt idx="22">
                  <c:v>6.176470588235294</c:v>
                </c:pt>
                <c:pt idx="23">
                  <c:v>6.411764705882353</c:v>
                </c:pt>
                <c:pt idx="24">
                  <c:v>6.647058823529412</c:v>
                </c:pt>
                <c:pt idx="25">
                  <c:v>6.882352941176471</c:v>
                </c:pt>
                <c:pt idx="26">
                  <c:v>7.117647058823529</c:v>
                </c:pt>
                <c:pt idx="27">
                  <c:v>7.352941176470588</c:v>
                </c:pt>
                <c:pt idx="28">
                  <c:v>7.588235294117647</c:v>
                </c:pt>
                <c:pt idx="29">
                  <c:v>7.823529411764706</c:v>
                </c:pt>
                <c:pt idx="30">
                  <c:v>8.058823529411764</c:v>
                </c:pt>
                <c:pt idx="31">
                  <c:v>8.294117647058822</c:v>
                </c:pt>
                <c:pt idx="32">
                  <c:v>8.529411764705882</c:v>
                </c:pt>
                <c:pt idx="33">
                  <c:v>8.764705882352942</c:v>
                </c:pt>
                <c:pt idx="34">
                  <c:v>9</c:v>
                </c:pt>
              </c:numCache>
            </c:numRef>
          </c:xVal>
          <c:yVal>
            <c:numRef>
              <c:f>Sheet1!$B$2:$B$36</c:f>
              <c:numCache>
                <c:formatCode>General</c:formatCode>
                <c:ptCount val="35"/>
                <c:pt idx="0">
                  <c:v>2.478912894375857</c:v>
                </c:pt>
                <c:pt idx="1">
                  <c:v>2.8690312575647545</c:v>
                </c:pt>
                <c:pt idx="2">
                  <c:v>2.1246331598483015</c:v>
                </c:pt>
                <c:pt idx="3">
                  <c:v>2.6426321814734126</c:v>
                </c:pt>
                <c:pt idx="4">
                  <c:v>3.316238198983297</c:v>
                </c:pt>
                <c:pt idx="5">
                  <c:v>3.6905129407730173</c:v>
                </c:pt>
                <c:pt idx="6">
                  <c:v>2.9845922093117085</c:v>
                </c:pt>
                <c:pt idx="7">
                  <c:v>4.980574770031469</c:v>
                </c:pt>
                <c:pt idx="8">
                  <c:v>4.579077906882918</c:v>
                </c:pt>
                <c:pt idx="9">
                  <c:v>4.421459644557411</c:v>
                </c:pt>
                <c:pt idx="10">
                  <c:v>4.378707637375938</c:v>
                </c:pt>
                <c:pt idx="11">
                  <c:v>5.7069947248446695</c:v>
                </c:pt>
                <c:pt idx="12">
                  <c:v>5.6699011538771895</c:v>
                </c:pt>
                <c:pt idx="13">
                  <c:v>4.627303467683369</c:v>
                </c:pt>
                <c:pt idx="14">
                  <c:v>5.790930061324941</c:v>
                </c:pt>
                <c:pt idx="15">
                  <c:v>5.446583403937707</c:v>
                </c:pt>
                <c:pt idx="16">
                  <c:v>6.643028927620431</c:v>
                </c:pt>
                <c:pt idx="17">
                  <c:v>5.747550582990398</c:v>
                </c:pt>
                <c:pt idx="18">
                  <c:v>6.868173061405632</c:v>
                </c:pt>
                <c:pt idx="19">
                  <c:v>6.9425506838537885</c:v>
                </c:pt>
                <c:pt idx="20">
                  <c:v>6.493522956507706</c:v>
                </c:pt>
                <c:pt idx="21">
                  <c:v>6.4513367929476315</c:v>
                </c:pt>
                <c:pt idx="22">
                  <c:v>8.64253540305011</c:v>
                </c:pt>
                <c:pt idx="23">
                  <c:v>8.945513848543532</c:v>
                </c:pt>
                <c:pt idx="24">
                  <c:v>7.312741265230374</c:v>
                </c:pt>
                <c:pt idx="25">
                  <c:v>8.25964975187606</c:v>
                </c:pt>
                <c:pt idx="26">
                  <c:v>9.620189925764544</c:v>
                </c:pt>
                <c:pt idx="27">
                  <c:v>8.169053144920518</c:v>
                </c:pt>
                <c:pt idx="28">
                  <c:v>8.910560396998305</c:v>
                </c:pt>
                <c:pt idx="29">
                  <c:v>9.434217854837408</c:v>
                </c:pt>
                <c:pt idx="30">
                  <c:v>9.936939098684741</c:v>
                </c:pt>
                <c:pt idx="31">
                  <c:v>9.311934005083513</c:v>
                </c:pt>
                <c:pt idx="32">
                  <c:v>9.304264302428791</c:v>
                </c:pt>
                <c:pt idx="33">
                  <c:v>11.333065793189705</c:v>
                </c:pt>
                <c:pt idx="34">
                  <c:v>10.380437242798354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</c:v>
                </c:pt>
              </c:strCache>
            </c:strRef>
          </c:tx>
          <c:spPr>
            <a:solidFill>
              <a:srgbClr val="3AAFA9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1</c:v>
                </c:pt>
                <c:pt idx="1">
                  <c:v>1.2307692307692308</c:v>
                </c:pt>
                <c:pt idx="2">
                  <c:v>1.4615384615384615</c:v>
                </c:pt>
                <c:pt idx="3">
                  <c:v>1.6923076923076923</c:v>
                </c:pt>
                <c:pt idx="4">
                  <c:v>1.923076923076923</c:v>
                </c:pt>
                <c:pt idx="5">
                  <c:v>2.1538461538461537</c:v>
                </c:pt>
                <c:pt idx="6">
                  <c:v>2.3846153846153846</c:v>
                </c:pt>
                <c:pt idx="7">
                  <c:v>2.6153846153846154</c:v>
                </c:pt>
                <c:pt idx="8">
                  <c:v>2.846153846153846</c:v>
                </c:pt>
                <c:pt idx="9">
                  <c:v>3.076923076923077</c:v>
                </c:pt>
                <c:pt idx="10">
                  <c:v>3.3076923076923075</c:v>
                </c:pt>
                <c:pt idx="11">
                  <c:v>3.5384615384615383</c:v>
                </c:pt>
                <c:pt idx="12">
                  <c:v>3.769230769230769</c:v>
                </c:pt>
                <c:pt idx="13">
                  <c:v>4</c:v>
                </c:pt>
                <c:pt idx="14">
                  <c:v>4.230769230769231</c:v>
                </c:pt>
                <c:pt idx="15">
                  <c:v>4.461538461538462</c:v>
                </c:pt>
                <c:pt idx="16">
                  <c:v>4.692307692307692</c:v>
                </c:pt>
                <c:pt idx="17">
                  <c:v>4.923076923076923</c:v>
                </c:pt>
                <c:pt idx="18">
                  <c:v>5.153846153846154</c:v>
                </c:pt>
                <c:pt idx="19">
                  <c:v>5.384615384615384</c:v>
                </c:pt>
                <c:pt idx="20">
                  <c:v>5.615384615384615</c:v>
                </c:pt>
                <c:pt idx="21">
                  <c:v>5.846153846153846</c:v>
                </c:pt>
                <c:pt idx="22">
                  <c:v>6.076923076923077</c:v>
                </c:pt>
                <c:pt idx="23">
                  <c:v>6.3076923076923075</c:v>
                </c:pt>
                <c:pt idx="24">
                  <c:v>6.538461538461538</c:v>
                </c:pt>
                <c:pt idx="25">
                  <c:v>6.76923076923077</c:v>
                </c:pt>
                <c:pt idx="26">
                  <c:v>7</c:v>
                </c:pt>
                <c:pt idx="27">
                  <c:v>7.230769230769231</c:v>
                </c:pt>
                <c:pt idx="28">
                  <c:v>7.461538461538462</c:v>
                </c:pt>
                <c:pt idx="29">
                  <c:v>7.6923076923076925</c:v>
                </c:pt>
                <c:pt idx="30">
                  <c:v>7.923076923076923</c:v>
                </c:pt>
                <c:pt idx="31">
                  <c:v>8.153846153846153</c:v>
                </c:pt>
                <c:pt idx="32">
                  <c:v>8.384615384615383</c:v>
                </c:pt>
                <c:pt idx="33">
                  <c:v>8.615384615384615</c:v>
                </c:pt>
                <c:pt idx="34">
                  <c:v>8.846153846153847</c:v>
                </c:pt>
                <c:pt idx="35">
                  <c:v>9.076923076923077</c:v>
                </c:pt>
                <c:pt idx="36">
                  <c:v>9.307692307692308</c:v>
                </c:pt>
                <c:pt idx="37">
                  <c:v>9.538461538461538</c:v>
                </c:pt>
                <c:pt idx="38">
                  <c:v>9.769230769230768</c:v>
                </c:pt>
                <c:pt idx="39">
                  <c:v>10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-0.6762688614540466</c:v>
                </c:pt>
                <c:pt idx="1">
                  <c:v>-1.1313957475994512</c:v>
                </c:pt>
                <c:pt idx="2">
                  <c:v>1.7334362139917694</c:v>
                </c:pt>
                <c:pt idx="3">
                  <c:v>-0.46448902606310005</c:v>
                </c:pt>
                <c:pt idx="4">
                  <c:v>0.6328532235939641</c:v>
                </c:pt>
                <c:pt idx="5">
                  <c:v>-0.9868827160493827</c:v>
                </c:pt>
                <c:pt idx="6">
                  <c:v>1.8491426611796982</c:v>
                </c:pt>
                <c:pt idx="7">
                  <c:v>-0.27882373113854597</c:v>
                </c:pt>
                <c:pt idx="8">
                  <c:v>-0.494238683127572</c:v>
                </c:pt>
                <c:pt idx="9">
                  <c:v>-0.06870713305898501</c:v>
                </c:pt>
                <c:pt idx="10">
                  <c:v>1.8002400548696844</c:v>
                </c:pt>
                <c:pt idx="11">
                  <c:v>0.8780349794238682</c:v>
                </c:pt>
                <c:pt idx="12">
                  <c:v>-0.5513717421124829</c:v>
                </c:pt>
                <c:pt idx="13">
                  <c:v>0.5367112482853225</c:v>
                </c:pt>
                <c:pt idx="14">
                  <c:v>0.7966049382716047</c:v>
                </c:pt>
                <c:pt idx="15">
                  <c:v>-1.932184499314129</c:v>
                </c:pt>
                <c:pt idx="16">
                  <c:v>1.5972565157750345</c:v>
                </c:pt>
                <c:pt idx="17">
                  <c:v>0.9281378600823045</c:v>
                </c:pt>
                <c:pt idx="18">
                  <c:v>1.4555212620027436</c:v>
                </c:pt>
                <c:pt idx="19">
                  <c:v>-1.351457475994513</c:v>
                </c:pt>
                <c:pt idx="20">
                  <c:v>-1.0606995884773662</c:v>
                </c:pt>
                <c:pt idx="21">
                  <c:v>-0.7215877914951989</c:v>
                </c:pt>
                <c:pt idx="22">
                  <c:v>1.3572359396433469</c:v>
                </c:pt>
                <c:pt idx="23">
                  <c:v>0.49675925925925934</c:v>
                </c:pt>
                <c:pt idx="24">
                  <c:v>1.2031550068587107</c:v>
                </c:pt>
                <c:pt idx="25">
                  <c:v>-0.6099965706447188</c:v>
                </c:pt>
                <c:pt idx="26">
                  <c:v>-0.7328189300411523</c:v>
                </c:pt>
                <c:pt idx="27">
                  <c:v>0.8964163237311387</c:v>
                </c:pt>
                <c:pt idx="28">
                  <c:v>-1.586488340192044</c:v>
                </c:pt>
                <c:pt idx="29">
                  <c:v>0.9172325102880658</c:v>
                </c:pt>
                <c:pt idx="30">
                  <c:v>0.024862825788751763</c:v>
                </c:pt>
                <c:pt idx="31">
                  <c:v>0.09442729766803826</c:v>
                </c:pt>
                <c:pt idx="32">
                  <c:v>-0.8864197530864197</c:v>
                </c:pt>
                <c:pt idx="33">
                  <c:v>0.25516117969821694</c:v>
                </c:pt>
                <c:pt idx="34">
                  <c:v>-1.9005829903978053</c:v>
                </c:pt>
                <c:pt idx="35">
                  <c:v>-0.4771090534979423</c:v>
                </c:pt>
                <c:pt idx="36">
                  <c:v>-0.7460219478737997</c:v>
                </c:pt>
                <c:pt idx="37">
                  <c:v>-1.9048525377229082</c:v>
                </c:pt>
                <c:pt idx="38">
                  <c:v>-0.18816872427983533</c:v>
                </c:pt>
                <c:pt idx="39">
                  <c:v>-1.312019890260631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2D6A9F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xVal>
            <c:numRef>
              <c:f>Sheet1!$A$2:$A$31</c:f>
              <c:numCache>
                <c:formatCode>General</c:formatCode>
                <c:ptCount val="30"/>
                <c:pt idx="0">
                  <c:v>1</c:v>
                </c:pt>
                <c:pt idx="1">
                  <c:v>1.2758620689655173</c:v>
                </c:pt>
                <c:pt idx="2">
                  <c:v>1.5517241379310345</c:v>
                </c:pt>
                <c:pt idx="3">
                  <c:v>1.8275862068965516</c:v>
                </c:pt>
                <c:pt idx="4">
                  <c:v>2.103448275862069</c:v>
                </c:pt>
                <c:pt idx="5">
                  <c:v>2.3793103448275863</c:v>
                </c:pt>
                <c:pt idx="6">
                  <c:v>2.655172413793103</c:v>
                </c:pt>
                <c:pt idx="7">
                  <c:v>2.931034482758621</c:v>
                </c:pt>
                <c:pt idx="8">
                  <c:v>3.206896551724138</c:v>
                </c:pt>
                <c:pt idx="9">
                  <c:v>3.4827586206896552</c:v>
                </c:pt>
                <c:pt idx="10">
                  <c:v>3.7586206896551726</c:v>
                </c:pt>
                <c:pt idx="11">
                  <c:v>4.0344827586206895</c:v>
                </c:pt>
                <c:pt idx="12">
                  <c:v>4.310344827586206</c:v>
                </c:pt>
                <c:pt idx="13">
                  <c:v>4.586206896551724</c:v>
                </c:pt>
                <c:pt idx="14">
                  <c:v>4.862068965517242</c:v>
                </c:pt>
                <c:pt idx="15">
                  <c:v>5.137931034482759</c:v>
                </c:pt>
                <c:pt idx="16">
                  <c:v>5.413793103448276</c:v>
                </c:pt>
                <c:pt idx="17">
                  <c:v>5.689655172413793</c:v>
                </c:pt>
                <c:pt idx="18">
                  <c:v>5.9655172413793105</c:v>
                </c:pt>
                <c:pt idx="19">
                  <c:v>6.241379310344827</c:v>
                </c:pt>
                <c:pt idx="20">
                  <c:v>6.517241379310345</c:v>
                </c:pt>
                <c:pt idx="21">
                  <c:v>6.793103448275862</c:v>
                </c:pt>
                <c:pt idx="22">
                  <c:v>7.068965517241379</c:v>
                </c:pt>
                <c:pt idx="23">
                  <c:v>7.344827586206897</c:v>
                </c:pt>
                <c:pt idx="24">
                  <c:v>7.620689655172414</c:v>
                </c:pt>
                <c:pt idx="25">
                  <c:v>7.896551724137931</c:v>
                </c:pt>
                <c:pt idx="26">
                  <c:v>8.172413793103448</c:v>
                </c:pt>
                <c:pt idx="27">
                  <c:v>8.448275862068964</c:v>
                </c:pt>
                <c:pt idx="28">
                  <c:v>8.724137931034484</c:v>
                </c:pt>
                <c:pt idx="29">
                  <c:v>9</c:v>
                </c:pt>
              </c:numCache>
            </c:numRef>
          </c:xVal>
          <c:yVal>
            <c:numRef>
              <c:f>Sheet1!$B$2:$B$31</c:f>
              <c:numCache>
                <c:formatCode>General</c:formatCode>
                <c:ptCount val="30"/>
                <c:pt idx="0">
                  <c:v>-2.701781550068588</c:v>
                </c:pt>
                <c:pt idx="1">
                  <c:v>-2.0024093963111396</c:v>
                </c:pt>
                <c:pt idx="2">
                  <c:v>-0.2506874409751274</c:v>
                </c:pt>
                <c:pt idx="3">
                  <c:v>0.7083225875443849</c:v>
                </c:pt>
                <c:pt idx="4">
                  <c:v>1.155484886778265</c:v>
                </c:pt>
                <c:pt idx="5">
                  <c:v>2.4087006912944124</c:v>
                </c:pt>
                <c:pt idx="6">
                  <c:v>2.4673527171422087</c:v>
                </c:pt>
                <c:pt idx="7">
                  <c:v>3.7900829396302993</c:v>
                </c:pt>
                <c:pt idx="8">
                  <c:v>3.805903704437692</c:v>
                </c:pt>
                <c:pt idx="9">
                  <c:v>4.558642172058217</c:v>
                </c:pt>
                <c:pt idx="10">
                  <c:v>5.084718095578293</c:v>
                </c:pt>
                <c:pt idx="11">
                  <c:v>5.924254931788044</c:v>
                </c:pt>
                <c:pt idx="12">
                  <c:v>6.165524285625741</c:v>
                </c:pt>
                <c:pt idx="13">
                  <c:v>5.622723687955583</c:v>
                </c:pt>
                <c:pt idx="14">
                  <c:v>6.547087706678802</c:v>
                </c:pt>
                <c:pt idx="15">
                  <c:v>6.471332391178116</c:v>
                </c:pt>
                <c:pt idx="16">
                  <c:v>5.9874330500955</c:v>
                </c:pt>
                <c:pt idx="17">
                  <c:v>6.2577353624433</c:v>
                </c:pt>
                <c:pt idx="18">
                  <c:v>6.059399822048675</c:v>
                </c:pt>
                <c:pt idx="19">
                  <c:v>5.36217951533138</c:v>
                </c:pt>
                <c:pt idx="20">
                  <c:v>4.239531232414869</c:v>
                </c:pt>
                <c:pt idx="21">
                  <c:v>4.11305991157075</c:v>
                </c:pt>
                <c:pt idx="22">
                  <c:v>4.330296416996554</c:v>
                </c:pt>
                <c:pt idx="23">
                  <c:v>2.475808649926845</c:v>
                </c:pt>
                <c:pt idx="24">
                  <c:v>2.615645993077677</c:v>
                </c:pt>
                <c:pt idx="25">
                  <c:v>2.0751170884243573</c:v>
                </c:pt>
                <c:pt idx="26">
                  <c:v>0.14990094831256046</c:v>
                </c:pt>
                <c:pt idx="27">
                  <c:v>-0.6495086000972089</c:v>
                </c:pt>
                <c:pt idx="28">
                  <c:v>-2.220025137051885</c:v>
                </c:pt>
                <c:pt idx="29">
                  <c:v>-2.154858539094651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rgbClr val="2D6A9F"/>
            </a:solidFill>
            <a:ln w="38100" cap="flat">
              <a:solidFill>
                <a:srgbClr val="2D6A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</c:v>
                </c:pt>
                <c:pt idx="1">
                  <c:v>2.18</c:v>
                </c:pt>
                <c:pt idx="2">
                  <c:v>2.36</c:v>
                </c:pt>
                <c:pt idx="3">
                  <c:v>2.54</c:v>
                </c:pt>
                <c:pt idx="4">
                  <c:v>2.7199999999999998</c:v>
                </c:pt>
                <c:pt idx="5">
                  <c:v>2.9</c:v>
                </c:pt>
                <c:pt idx="6">
                  <c:v>3.08</c:v>
                </c:pt>
                <c:pt idx="7">
                  <c:v>3.26</c:v>
                </c:pt>
                <c:pt idx="8">
                  <c:v>3.44</c:v>
                </c:pt>
                <c:pt idx="9">
                  <c:v>3.62</c:v>
                </c:pt>
                <c:pt idx="10">
                  <c:v>3.8</c:v>
                </c:pt>
                <c:pt idx="11">
                  <c:v>3.98</c:v>
                </c:pt>
                <c:pt idx="12">
                  <c:v>4.16</c:v>
                </c:pt>
                <c:pt idx="13">
                  <c:v>4.34</c:v>
                </c:pt>
                <c:pt idx="14">
                  <c:v>4.52</c:v>
                </c:pt>
                <c:pt idx="15">
                  <c:v>4.699999999999999</c:v>
                </c:pt>
                <c:pt idx="16">
                  <c:v>4.88</c:v>
                </c:pt>
                <c:pt idx="17">
                  <c:v>5.0600000000000005</c:v>
                </c:pt>
                <c:pt idx="18">
                  <c:v>5.24</c:v>
                </c:pt>
                <c:pt idx="19">
                  <c:v>5.42</c:v>
                </c:pt>
                <c:pt idx="20">
                  <c:v>5.6</c:v>
                </c:pt>
                <c:pt idx="21">
                  <c:v>5.779999999999999</c:v>
                </c:pt>
                <c:pt idx="22">
                  <c:v>5.96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rgbClr val="2E8B57"/>
            </a:solidFill>
            <a:ln w="38100" cap="flat">
              <a:solidFill>
                <a:srgbClr val="2E8B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</c:v>
                </c:pt>
                <c:pt idx="1">
                  <c:v>2.4376870748950767</c:v>
                </c:pt>
                <c:pt idx="2">
                  <c:v>2.754179891995384</c:v>
                </c:pt>
                <c:pt idx="3">
                  <c:v>2.8852837466595496</c:v>
                </c:pt>
                <c:pt idx="4">
                  <c:v>2.8539952600623617</c:v>
                </c:pt>
                <c:pt idx="5">
                  <c:v>2.759686708924152</c:v>
                </c:pt>
                <c:pt idx="6">
                  <c:v>2.731369691034565</c:v>
                </c:pt>
                <c:pt idx="7">
                  <c:v>2.8670189549502667</c:v>
                </c:pt>
                <c:pt idx="8">
                  <c:v>3.187493344851071</c:v>
                </c:pt>
                <c:pt idx="9">
                  <c:v>3.62672556019374</c:v>
                </c:pt>
                <c:pt idx="10">
                  <c:v>4.062794639487516</c:v>
                </c:pt>
                <c:pt idx="11">
                  <c:v>4.375267293550801</c:v>
                </c:pt>
                <c:pt idx="12">
                  <c:v>4.501839563235313</c:v>
                </c:pt>
                <c:pt idx="13">
                  <c:v>4.467639344939741</c:v>
                </c:pt>
                <c:pt idx="14">
                  <c:v>4.373408348299229</c:v>
                </c:pt>
                <c:pt idx="15">
                  <c:v>4.348121696011331</c:v>
                </c:pt>
                <c:pt idx="16">
                  <c:v>4.488328908339473</c:v>
                </c:pt>
                <c:pt idx="17">
                  <c:v>4.812745155105187</c:v>
                </c:pt>
                <c:pt idx="18">
                  <c:v>5.253449218888455</c:v>
                </c:pt>
                <c:pt idx="19">
                  <c:v>5.68782790487864</c:v>
                </c:pt>
                <c:pt idx="20">
                  <c:v>5.996242942277948</c:v>
                </c:pt>
                <c:pt idx="21">
                  <c:v>6.118298732457173</c:v>
                </c:pt>
                <c:pt idx="22">
                  <c:v>6.081247342698282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2.5</c:v>
                </c:pt>
                <c:pt idx="1">
                  <c:v>2.3515671158224087</c:v>
                </c:pt>
                <c:pt idx="2">
                  <c:v>1.9639491452414908</c:v>
                </c:pt>
                <c:pt idx="3">
                  <c:v>2.564483125223078</c:v>
                </c:pt>
                <c:pt idx="4">
                  <c:v>3.4136970738296544</c:v>
                </c:pt>
                <c:pt idx="5">
                  <c:v>1.622866311370972</c:v>
                </c:pt>
                <c:pt idx="6">
                  <c:v>4.413837198969219</c:v>
                </c:pt>
                <c:pt idx="7">
                  <c:v>2.4371783215835365</c:v>
                </c:pt>
                <c:pt idx="8">
                  <c:v>3.5214661972093784</c:v>
                </c:pt>
                <c:pt idx="9">
                  <c:v>4.019661754018463</c:v>
                </c:pt>
                <c:pt idx="10">
                  <c:v>3.495772815144612</c:v>
                </c:pt>
                <c:pt idx="11">
                  <c:v>3.681256458090517</c:v>
                </c:pt>
                <c:pt idx="12">
                  <c:v>5.16094343228316</c:v>
                </c:pt>
                <c:pt idx="13">
                  <c:v>3.0126813416755405</c:v>
                </c:pt>
                <c:pt idx="14">
                  <c:v>5.573153286828017</c:v>
                </c:pt>
                <c:pt idx="15">
                  <c:v>4.345932634122919</c:v>
                </c:pt>
                <c:pt idx="16">
                  <c:v>4.568812432198963</c:v>
                </c:pt>
                <c:pt idx="17">
                  <c:v>5.566907683511464</c:v>
                </c:pt>
                <c:pt idx="18">
                  <c:v>5.128767901305272</c:v>
                </c:pt>
                <c:pt idx="19">
                  <c:v>4.817463502970958</c:v>
                </c:pt>
                <c:pt idx="20">
                  <c:v>6.748363094045721</c:v>
                </c:pt>
                <c:pt idx="21">
                  <c:v>4.628099903036409</c:v>
                </c:pt>
                <c:pt idx="22">
                  <c:v>6.560362223087908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1" Type="http://schemas.openxmlformats.org/officeDocument/2006/relationships/image" Target="../media/image-1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1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tren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7  ·  PHASE D — MODELLING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Regression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1 — </a:t>
            </a:r>
            <a:pPr algn="l" indent="0" marL="0">
              <a:buNone/>
            </a:pPr>
            <a:r>
              <a:rPr lang="en-US" sz="24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Linear Regression, end to end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of best fit · cost &amp; fitting · interpreting · metrics · residuals · regularisation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U15  ·  Phase D  ·  22 slides  (your first model in depth)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first model, properly understood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regression first: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simple, fast and fully interpretable — and it teaches every idea (fitting, cost, metrics, regularisation) you'll reuse in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that follows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of best fit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func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it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944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how it's solved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rul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230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RMSE, R², residuals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wav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lines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516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&amp; regularised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cog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9802368" y="448056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pitfalls, code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directly on U13 (optimisation finds the fit) and U14 (regression = predicting a number).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Linear regression foundations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straight-line relationship between inputs and a numeric target.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Part 1 · Phase D  ·  01 / 22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NUMBER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regression?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predicts a continuous quantity from input features — fitting a function that maps X to a real number 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hom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1363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size, location, age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tren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1363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spend, season, price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gau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13639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use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area, occupancy, weather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percen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13639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quantity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demand, time, temperature…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a number on a continuous scale, it's a regression problem (vs a class label).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Simple linear regression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27632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773936"/>
            <a:ext cx="5074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= w·x + b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66928" y="289864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78892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— slope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much y changes per unit of x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" y="355701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44728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intercept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 when x = 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" y="421538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4105656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 </a:t>
            </a:r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line closest to all points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 of best fit through the data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537960" y="4160520"/>
            <a:ext cx="4754880" cy="-187452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FEATURES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Multiple linear regression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837944"/>
            <a:ext cx="10725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= w₁x₁ + w₂x₂ + … + wₙxₙ + b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2368296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gets its own weight; the prediction is their weighted sum plus a bias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1472184" y="33467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1" name="Image 1" descr="ic_slid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5478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" y="42245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weight each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4944" y="453542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contributes its own term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3346704" y="310896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4270248" y="33467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sca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5478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56432" y="42245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493008" y="453542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contributions together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144768" y="310896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7068312" y="33467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1" name="Image 3" descr="ic_cub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5478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54496" y="42245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hyperplane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91072" y="453542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'line' generalises to many dimensions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8942832" y="3108960"/>
            <a:ext cx="2615184" cy="178308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9866376" y="33467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6" name="Image 4" descr="ic_rul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547872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52560" y="42245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fit &amp; metrics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089136" y="4535424"/>
            <a:ext cx="2322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still applies</a:t>
            </a:r>
            <a:endParaRPr lang="en-US" sz="103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func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'BEST' MEANS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cost function (MSE)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837944"/>
            <a:ext cx="10725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= (1/n) · Σ (yᵢ − ŷᵢ)²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2368296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squared gap between actual and predicted — the smaller, the better the fit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317296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3063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error for one point, yᵢ − ŷᵢ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38313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7216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it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punishes big misses; ignores sign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66928" y="448970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437997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number for the whole dataset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66928" y="514807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503834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find w, b that make MSE smallest (U13)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LINE IS FOUND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Fitting: two routes to the minimum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EQUATION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43230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the best w, b directly with linear algebra — one closed-form step.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31012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no tuning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small / medium data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if very many features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9632" y="173736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1737360"/>
            <a:ext cx="5440680" cy="530352"/>
          </a:xfrm>
          <a:prstGeom prst="roundRect">
            <a:avLst>
              <a:gd name="adj" fmla="val 17241"/>
            </a:avLst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737360"/>
            <a:ext cx="4892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73952" y="2432304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step downhill on the cost (U13).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19672" y="3310128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huge data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learning rate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behind big models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scikit-learn's LinearRegression uses the normal equation; SGDRegressor uses gradient descent.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MODEL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Interpreting coefficients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effect of +1 unit of that feature on 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positive raises y, negative lowers it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matter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weight depends on the feature's scale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others fixed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interpret 'all else equal'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17920" y="1737360"/>
            <a:ext cx="5422392" cy="22860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874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predicting house price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0" y="2322576"/>
            <a:ext cx="164592" cy="164592"/>
          </a:xfrm>
          <a:prstGeom prst="ellipse">
            <a:avLst/>
          </a:prstGeom>
          <a:solidFill>
            <a:srgbClr val="2E6B43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0" y="2212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₹5,200 per sq ft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0" y="2825496"/>
            <a:ext cx="164592" cy="164592"/>
          </a:xfrm>
          <a:prstGeom prst="ellipse">
            <a:avLst/>
          </a:prstGeom>
          <a:solidFill>
            <a:srgbClr val="2E6B43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2715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₹3.1L per extra bedroom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0" y="3328416"/>
            <a:ext cx="164592" cy="164592"/>
          </a:xfrm>
          <a:prstGeom prst="ellipse">
            <a:avLst/>
          </a:prstGeom>
          <a:solidFill>
            <a:srgbClr val="9A3B3B"/>
          </a:solidFill>
          <a:ln/>
        </p:spPr>
      </p:sp>
      <p:sp>
        <p:nvSpPr>
          <p:cNvPr id="21" name="Text 18"/>
          <p:cNvSpPr/>
          <p:nvPr/>
        </p:nvSpPr>
        <p:spPr>
          <a:xfrm>
            <a:off x="6675120" y="3218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₹1.8L per km from centre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is linear regression's superpower — you can explain every prediction.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Evaluating a regression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and plots that tell you whether the fit is any good.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Part 1 · Phase D  ·  02 / 22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Regression metrics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20574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737360"/>
            <a:ext cx="2615184" cy="548640"/>
          </a:xfrm>
          <a:prstGeom prst="roundRect">
            <a:avLst>
              <a:gd name="adj" fmla="val 15000"/>
            </a:avLst>
          </a:prstGeom>
          <a:solidFill>
            <a:srgbClr val="16263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3736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94944" y="23957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|error|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4944" y="283464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miss in real units; robust to outliers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3346704" y="1737360"/>
            <a:ext cx="2615184" cy="20574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3346704" y="1737360"/>
            <a:ext cx="2615184" cy="548640"/>
          </a:xfrm>
          <a:prstGeom prst="roundRect">
            <a:avLst>
              <a:gd name="adj" fmla="val 15000"/>
            </a:avLst>
          </a:prstGeom>
          <a:solidFill>
            <a:srgbClr val="16263F"/>
          </a:solidFill>
          <a:ln/>
        </p:spPr>
      </p:sp>
      <p:sp>
        <p:nvSpPr>
          <p:cNvPr id="13" name="Text 10"/>
          <p:cNvSpPr/>
          <p:nvPr/>
        </p:nvSpPr>
        <p:spPr>
          <a:xfrm>
            <a:off x="3346704" y="173736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493008" y="23957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error²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493008" y="283464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punishes large errors more strongly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6144768" y="1737360"/>
            <a:ext cx="2615184" cy="20574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/>
        </p:spPr>
      </p:sp>
      <p:sp>
        <p:nvSpPr>
          <p:cNvPr id="17" name="Shape 14"/>
          <p:cNvSpPr/>
          <p:nvPr/>
        </p:nvSpPr>
        <p:spPr>
          <a:xfrm>
            <a:off x="6144768" y="1737360"/>
            <a:ext cx="2615184" cy="548640"/>
          </a:xfrm>
          <a:prstGeom prst="roundRect">
            <a:avLst>
              <a:gd name="adj" fmla="val 15000"/>
            </a:avLst>
          </a:prstGeom>
          <a:solidFill>
            <a:srgbClr val="16263F"/>
          </a:solidFill>
          <a:ln/>
        </p:spPr>
      </p:sp>
      <p:sp>
        <p:nvSpPr>
          <p:cNvPr id="18" name="Text 15"/>
          <p:cNvSpPr/>
          <p:nvPr/>
        </p:nvSpPr>
        <p:spPr>
          <a:xfrm>
            <a:off x="6144768" y="173736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291072" y="23957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√MSE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91072" y="283464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 real units; the popular default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8942832" y="1737360"/>
            <a:ext cx="2615184" cy="20574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8942832" y="1737360"/>
            <a:ext cx="2615184" cy="548640"/>
          </a:xfrm>
          <a:prstGeom prst="roundRect">
            <a:avLst>
              <a:gd name="adj" fmla="val 15000"/>
            </a:avLst>
          </a:prstGeom>
          <a:solidFill>
            <a:srgbClr val="16263F"/>
          </a:solidFill>
          <a:ln/>
        </p:spPr>
      </p:sp>
      <p:sp>
        <p:nvSpPr>
          <p:cNvPr id="23" name="Text 20"/>
          <p:cNvSpPr/>
          <p:nvPr/>
        </p:nvSpPr>
        <p:spPr>
          <a:xfrm>
            <a:off x="8942832" y="173736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089136" y="23957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9089136" y="2834640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0–1; how much better than predicting the mean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548640" y="40690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BF1D8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report:  </a:t>
            </a:r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RMSE (typical error size) and R² (fraction of variance explained). They answer 'how wrong' and 'how useful'.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ERRORS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Residual analysis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plot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errors vs predicted values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sign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random cloud around zero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sign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curve → missing nonlinearity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sign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fan shape → non-constant variance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healthy residual plot: random scatter around 0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355080" y="3291840"/>
            <a:ext cx="5138928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8" name="Shape 1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9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residuals vs predictions for a fitted model; decide if the linear fit is adequate.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eckdb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MATH HOLDS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Assumptions of linear regression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57984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81635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94944" y="31638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is a linear function of the features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3346704" y="173736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grou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57984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38144" y="281635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493008" y="31638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don't influence each other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6144768" y="173736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wav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57984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36208" y="281635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Homoscedasticity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291072" y="31638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spread is constant across x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8942832" y="1737360"/>
            <a:ext cx="2615184" cy="2011680"/>
          </a:xfrm>
          <a:prstGeom prst="roundRect">
            <a:avLst>
              <a:gd name="adj" fmla="val 4091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hartarea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57984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34272" y="2816352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errors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9089136" y="31638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roughly normally distributed</a:t>
            </a:r>
            <a:endParaRPr lang="en-US" sz="980" dirty="0"/>
          </a:p>
        </p:txBody>
      </p:sp>
      <p:sp>
        <p:nvSpPr>
          <p:cNvPr id="26" name="Text 19"/>
          <p:cNvSpPr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violations are often fine; big ones distort coefficients and predictions — the residual plot reveals them.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w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LINE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Curves &amp; regularisation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straight line isn't enough — and how to keep flexibility in check.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Part 1 · Phase D  ·  03 / 22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CURVES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Polynomial &amp; nonlinear features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 x², x³… as new features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linear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linear in the weights, curved in x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bends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models curved relationships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 degrees overfit fast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quadratic feature captures the curve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4223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FLEXIBILITY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Overfitting in regression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72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1 (underfit)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28800"/>
          <a:ext cx="358444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315968" y="1572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3 (good)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15968" y="1828800"/>
          <a:ext cx="358444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/>
          <p:nvPr/>
        </p:nvSpPr>
        <p:spPr>
          <a:xfrm>
            <a:off x="8083296" y="15727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12 (overfit)</a:t>
            </a:r>
            <a:endParaRPr lang="en-US" sz="120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8083296" y="1828800"/>
          <a:ext cx="358444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Shape 6"/>
          <p:cNvSpPr/>
          <p:nvPr/>
        </p:nvSpPr>
        <p:spPr>
          <a:xfrm>
            <a:off x="548640" y="41605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16263F"/>
          </a:solidFill>
          <a:ln/>
        </p:spPr>
      </p:sp>
      <p:sp>
        <p:nvSpPr>
          <p:cNvPr id="13" name="Text 7"/>
          <p:cNvSpPr/>
          <p:nvPr/>
        </p:nvSpPr>
        <p:spPr>
          <a:xfrm>
            <a:off x="822960" y="416052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high-degree polynomial hits every training point but wiggles wildly between them — great train error, poor test error.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eigh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WEIGHTS IN CHECK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Ridge &amp; Lasso regression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837944"/>
            <a:ext cx="107259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minimise   MSE  +  λ · penalty(weights)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31520" y="2276856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regularisation idea from U13, applied to linear regression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2F5F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1821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358444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6263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584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= Σ wᵢ²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413308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all weights; tames multicollinearity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9632" y="30175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2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473952" y="31821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73952" y="358444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16263F"/>
          </a:solidFill>
          <a:ln/>
        </p:spPr>
      </p:sp>
      <p:sp>
        <p:nvSpPr>
          <p:cNvPr id="17" name="Text 14"/>
          <p:cNvSpPr/>
          <p:nvPr/>
        </p:nvSpPr>
        <p:spPr>
          <a:xfrm>
            <a:off x="6473952" y="3584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= Σ |wᵢ|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73952" y="413308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zeros out weak features → selection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FIT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Practical preparation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gradient descent &amp; regularisation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ta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non-numeric features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balanc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multicollinearity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inputs make weights unstable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war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outliers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error is very sensitive to them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features are highly correlated, individual weights become unreliable — Ridge regression helps stabilise them.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Worked example in scikit-learn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train/test before fitting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66928" y="2459736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50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LinearRegression().fit(...)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20954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99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 the held-out test set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66928" y="395935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8496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 </a:t>
            </a:r>
            <a:pPr algn="l"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RMSE and R²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664208"/>
            <a:ext cx="5513832" cy="3017520"/>
          </a:xfrm>
          <a:prstGeom prst="roundRect">
            <a:avLst>
              <a:gd name="adj" fmla="val 1818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72784" y="1810512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419088" y="1810512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6565392" y="1810512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0" y="173736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linreg.py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327648" y="2048256"/>
            <a:ext cx="511149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mean_squared_error, r2_score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Xtr,Xte,ytr,yte = train_test_split(X,y,test_size=.2)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LinearRegression().fit(Xtr, ytr)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m.predict(Xte)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mean_squared_error(yte, p) ** 0.5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print(rmse, r2_score(yte, p))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2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LinearRegression on a real dataset; report RMSE and R²; inspect the coefficients.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allef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LIMITS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linear regression works — and doesn't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2926080"/>
          </a:xfrm>
          <a:prstGeom prst="roundRect">
            <a:avLst>
              <a:gd name="adj" fmla="val 3125"/>
            </a:avLst>
          </a:prstGeom>
          <a:solidFill>
            <a:srgbClr val="E6F2E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34440" y="2514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linear relationships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30449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matters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34440" y="35753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strong baseline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34440" y="410565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number of features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99632" y="1737360"/>
            <a:ext cx="5440680" cy="2926080"/>
          </a:xfrm>
          <a:prstGeom prst="roundRect">
            <a:avLst>
              <a:gd name="adj" fmla="val 3125"/>
            </a:avLst>
          </a:prstGeom>
          <a:solidFill>
            <a:srgbClr val="FBEAEA"/>
          </a:solidFill>
          <a:ln/>
        </p:spPr>
      </p:sp>
      <p:sp>
        <p:nvSpPr>
          <p:cNvPr id="17" name="Text 14"/>
          <p:cNvSpPr/>
          <p:nvPr/>
        </p:nvSpPr>
        <p:spPr>
          <a:xfrm>
            <a:off x="6473952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19672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85432" y="251460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nonlinearity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19672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85432" y="30449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interacting features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19672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85432" y="3575304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outliers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519672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85432" y="4105656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correlated inputs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48640" y="48646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struggles, reach for trees / ensembles (later units) — but always benchmark against this baseline.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wav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residuals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means the model is wrong-shaped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sca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before regularising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Ridge/Lasso need comparable feature scales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war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outliers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loss lets one point dominate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rul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 test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training overstates performance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over-trust R²: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R² on training data can hide overfitting or violated assumptions. Always check residuals and the test set.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predicts a number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w·x + b; fit by minimising MSE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interpretable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with RMSE, R² &amp; residuals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Polynomials curve; Ridge/Lasso tame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LinearRegression on a dataset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RMSE and R² on the test set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residuals; judge the fit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polynomial features; compare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Ridge &amp; Lasso; vary λ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(Part 2) — diagnostics &amp; advanced models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classification: logistic regression &amp; beyond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558698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is simple, interpretable, and the perfect first model — master its fit, metrics and residuals and the rest builds on it.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U15 · Regression (Part 1)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2026-06-11T11:21:57Z</dcterms:created>
  <dcterms:modified xsi:type="dcterms:W3CDTF">2026-06-11T11:21:57Z</dcterms:modified>
</cp:coreProperties>
</file>
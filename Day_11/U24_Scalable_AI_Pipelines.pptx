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pipelin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PHASE F — ML ENGINEERING / MLOps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Scalable AI Pipelines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a notebook model to a reliable production system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513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· feature stores · distributed training · serving · monitoring · MLOps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U24  ·  Phase F  ·  25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model is 5% of a production ML system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model is the easy part.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it to run reliably, at scale, and stay accurate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where most of the engineering lives.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train → deploy → monitor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feature stores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chi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&amp; tracked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rock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real-time inference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gaug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retrain, CI/CD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applies the discipline of data &amp; software engineering (U21–U23) to the full machine-learning lifecycle.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notebook to production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model that works in a notebook still fails in the real world.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Pipelines · Phase F  ·  03 / 25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JUST THE MODEL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production ML is hard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failure modes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training-serving skew (features differ live)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concept drift over time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 — no error, just bad output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change the data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demands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(data + code + model)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low-latency, high-throughput serving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training to big data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rollback, monitoring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a moving target: the world shifts, so a system that was accurate last month can quietly decay.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PIPELINE LIFECYCLE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end-to-end pipeline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1620012" cy="1874520"/>
          </a:xfrm>
          <a:prstGeom prst="roundRect">
            <a:avLst>
              <a:gd name="adj" fmla="val 451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47750" y="257860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98" y="273405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291840"/>
            <a:ext cx="14371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3621024"/>
            <a:ext cx="14005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validate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186940" y="2377440"/>
            <a:ext cx="2377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2442972" y="2377440"/>
            <a:ext cx="1620012" cy="1874520"/>
          </a:xfrm>
          <a:prstGeom prst="roundRect">
            <a:avLst>
              <a:gd name="adj" fmla="val 451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942082" y="257860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ic_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273405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34412" y="3291840"/>
            <a:ext cx="14371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2552700" y="3621024"/>
            <a:ext cx="14005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081272" y="2377440"/>
            <a:ext cx="2377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4337304" y="2377440"/>
            <a:ext cx="1620012" cy="1874520"/>
          </a:xfrm>
          <a:prstGeom prst="roundRect">
            <a:avLst>
              <a:gd name="adj" fmla="val 451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36414" y="257860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chi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862" y="273405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428744" y="3291840"/>
            <a:ext cx="14371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447032" y="3621024"/>
            <a:ext cx="14005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tune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975604" y="2377440"/>
            <a:ext cx="2377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6231636" y="2377440"/>
            <a:ext cx="1620012" cy="1874520"/>
          </a:xfrm>
          <a:prstGeom prst="roundRect">
            <a:avLst>
              <a:gd name="adj" fmla="val 451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730746" y="257860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4" descr="ic_check2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194" y="273405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23076" y="3291840"/>
            <a:ext cx="14371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341364" y="3621024"/>
            <a:ext cx="14005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gate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869936" y="2377440"/>
            <a:ext cx="2377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0" name="Shape 23"/>
          <p:cNvSpPr/>
          <p:nvPr/>
        </p:nvSpPr>
        <p:spPr>
          <a:xfrm>
            <a:off x="8125968" y="2377440"/>
            <a:ext cx="1620012" cy="1874520"/>
          </a:xfrm>
          <a:prstGeom prst="roundRect">
            <a:avLst>
              <a:gd name="adj" fmla="val 451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625078" y="257860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5" descr="ic_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0526" y="2734056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17408" y="3291840"/>
            <a:ext cx="14371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235696" y="3621024"/>
            <a:ext cx="14005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9764268" y="2377440"/>
            <a:ext cx="23774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6" name="Shape 28"/>
          <p:cNvSpPr/>
          <p:nvPr/>
        </p:nvSpPr>
        <p:spPr>
          <a:xfrm>
            <a:off x="10020300" y="2377440"/>
            <a:ext cx="1620012" cy="1874520"/>
          </a:xfrm>
          <a:prstGeom prst="roundRect">
            <a:avLst>
              <a:gd name="adj" fmla="val 451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10519410" y="257860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8" name="Image 6" descr="ic_gaug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4858" y="2734056"/>
            <a:ext cx="310896" cy="31089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111740" y="3291840"/>
            <a:ext cx="14371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10130028" y="3621024"/>
            <a:ext cx="14005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&amp; retrain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loop, not a line: monitoring feeds back into new data and retraining. Each stage should be automated and reproducible.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STEPS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Pipeline orchestration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U21: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the workflow as a DAG of steps with dependencies, run on a schedule or trigger, with retries and logging.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gives you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scheduled retraining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containerised &amp; isolated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from raw data to model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alerts, backfills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/ Prefect (general)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Kubeflow Pipelines, Vertex, SageMaker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Metaflow, Dagster, ZenML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= DAGs of ML tasks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fil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&amp; features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pipelines, feature stores and reproducibility.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Pipelines · Phase F  ·  07 / 25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il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NOT JUST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engineering pipelines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training-serving skew — if features are computed differently in training vs production, the model breaks silently.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each feature transform once, reuse everywhere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feature definitions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feature distributions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same way offline &amp; online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transforms in a notebook only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from future / target data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untracked, undocumented features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code paths train vs serve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ehou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FEATURES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stores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system that computes, stores and serves features consistently for both training and inference.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store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historical feature tables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build training sets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batch-computed, point-in-time correct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a warehouse / lake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feature lookups at serving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definitions as offline (no skew)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store (Redis-like)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Feast, Tecton, Vertex FS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&amp; model versioning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recreate any model exactly — which means versioning the data and config, not just the code.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7157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606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 data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snapshot/hash datasets (e.g. DVC, lakeFS, Delta) — code alone isn't enough.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32826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1729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environment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lock library versions &amp; containers so results don't drift.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config &amp; seeds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hyperparameters and random seeds are part of the artifact.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4165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30682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everything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model should trace back to its exact data + code + params.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MODELS, MORE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Training at scale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the work, search hyperparameters, track every run.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Pipelines · Phase F  ·  11 / 25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GPU ISN'T ENOUGH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Distributed training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parallelism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model to every worker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processes a different data shard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averaged across workers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case; scales with data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parallelism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model across devices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models too big for one GPU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/ tensor parallel variants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complex; for very large models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parallelism scales throughput; model parallelism fits giant models. Large LLMs combine both.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SMARTER, NOT HARDER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Hyperparameter tuning at scale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— exhaustive, expensive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— strong baseline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 — sample-efficient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Hyperband / ASHA — early-stop bad trials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many trials in parallel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unpromising runs early to save compute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Optuna, Ray Tune, Vizier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results to compare fairly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beats grid for the same budget; early-stopping methods squeeze far more out of limited GPUs.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ip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WHAT YOU TRIED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Experiment tracking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run: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params, metrics, code version, data version and artifacts — so results are comparable and reproducible.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per run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&amp; config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(loss, accuracy, F1…)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artifact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data version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experiments fairly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best run later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across a team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MLflow, W&amp;B, Neptune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OF TRUTH FOR MODELS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 registry &amp; versioning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 of trained models with versions, stages and metadata — the bridge between training and deployment.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46148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0" name="Image 1" descr="ic_vi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96" y="30540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under test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983736" y="26974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386072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3580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2" descr="ic_rock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30540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77512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95800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live traffic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821168" y="26974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223504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21012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3" descr="ic_histor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460" y="305409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14944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333232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retired, kept for rollback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 version through stages, and roll back instantly to a previous one if a deployment misbehaves.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MODEL TO WORK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Serving inference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 real-time, serving patterns, and scaling predictions.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Pipelines · Phase F  ·  16 / 25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PREDICT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Batch vs online inference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(offline)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many rows on a schedule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written to a table/store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throughput, latency irrelevant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nightly risk scores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(real-time)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 request, in milliseconds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via an API endpoint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availability critical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fraud check at checkout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by the consumer's need: a dashboard can use yesterday's batch; a live app needs an online endpoint.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MODELS GET SERVED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 serving patterns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737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as an API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load the model behind a REST/gRPC endpoint (FastAPI, TF Serving, TorchServe).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24505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4086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package model + deps in a container; deploy on Kubernetes for portability.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443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scale replicas with traffic; scale to zero when idle to save cost.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6576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478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rollout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canary / blue-green / shadow deploys to test a new model on real traffic.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PREDICTIONS, LESS COST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Scaling inference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levers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requests together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GPU/accelerator for heavy models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optimization: quantize, distill, prune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replicas behind a balancer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levers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repeated predictions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models warm (avoid cold starts)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/ compiled models (ONNX, TensorRT)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 features (online store)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(quantization, distillation) can cut serving cost dramatically with little accuracy loss.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HEALTHY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Monitoring &amp; MLOps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drift, automate retraining, and ship safely.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Pipelines · Phase F  ·  20 / 25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DECAY SILENTLY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Monitoring in production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3591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34670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distribution shifts from training data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9202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59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34670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input→output relationship itself changes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9202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3591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34670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latency / errors vs SLAs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9202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35915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34670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cost, resource use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rarely throw errors — they just get quietly worse. Monitor inputs and outputs, not just uptime.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WHOLE LOOP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CI/CD &amp; continuous training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software CI/CD: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adds continuous training (CT) — pipelines that automatically retrain, validate and redeploy as new data arrives.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data, code and the model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promotion (quality gates)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repeatable deployment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 on regression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(continuous training)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retraining on drift or schedule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auto-validate the new model vs current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only if it's genuinely better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 where needed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tep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ON THE CURVE?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MLOps maturity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83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— Manual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114800" y="1783080"/>
            <a:ext cx="7342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&amp; hand-offs; deploy by hand; little monitoring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72491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Pipelines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114800" y="2724912"/>
            <a:ext cx="7342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training pipeline; reproducible; basic monitoring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666744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66674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Automated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114800" y="3666744"/>
            <a:ext cx="7342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continuous training; auto retrain/validate/deploy; full observability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Level 2 on day one — climb deliberately as the stakes and number of models grow.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pitfalls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Training-serving skew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features computed differently live than in training — the #1 silent killer.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3682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585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shipping a model and never checking if it still works months later.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9352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2549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Unreproducible models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can't recreate the model because data/params weren't versioned.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5021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39242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scale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building a Level-2 platform for a single, rarely-used model.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06908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9593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drift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assuming yesterday's accuracy holds when the world has moved on.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6360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526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hand-copying model files — error-prone and impossible to roll back cleanly.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 small part of the system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make ML reproducible &amp; automated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stores kill training-serving skew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experiments; register &amp; version models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drift; retrain via CI/CD/CT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trained model in a FastAPI endpoint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5 runs with MLflow; compare metrics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4-step training pipeline (DAG)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data-drift check on inputs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model card for your best model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(Part 1)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learn from reward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pipe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ML is software + data engineering applied to a moving target — automate the lifecycle, version everything, and monitor relentlessly.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 · Scalable AI Pipelines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2026-06-12T10:41:07Z</dcterms:created>
  <dcterms:modified xsi:type="dcterms:W3CDTF">2026-06-12T10:41:07Z</dcterms:modified>
</cp:coreProperties>
</file>
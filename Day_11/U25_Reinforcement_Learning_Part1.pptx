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robo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PHASE G — REINFORCEMENT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Reinforcement Learning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to act by trial, error and reward  (Part 1)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51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MDPs · policies · value functions · Bellman · Q-learning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U25  ·  Phase G  ·  25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third way to learn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labelled answers — an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by acting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an environment and adjusting from the rewards it receives.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rewards, applications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framework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actions, transitions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policy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good, what to do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step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MDPs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brai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MC, TD, Q-learning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builds the foundations and the classic tabular methods. Part 2 scales them up with deep reinforcement learning.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DOING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RL problem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agent, an environment, and a reward signal to chase.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Part 1 · Phase G  ·  03 / 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reinforcement learning?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observes a state, takes an action, and receives a reward + new state — learning a behaviour that maximises long-run reward.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labelled 'correct' answers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a scalar reward, often delayed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change future situations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balance exploring vs exploiting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policy: state → action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cumulative (not immediate) reward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well under uncertainty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from experience over time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PARADIGMS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RL vs supervised vs unsupervised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8308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566160" y="1783080"/>
            <a:ext cx="7891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examples (x → y). Goal: predict the known right answer.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69748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566160" y="2697480"/>
            <a:ext cx="7891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structure in unlabelled data (clusters, components). No target.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61188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61188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566160" y="3611880"/>
            <a:ext cx="7891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reward via interaction. Goal: choose actions that maximise long-run return.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twist: in RL the data is not fixed — the agent's own actions decide what it sees next.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RL SHINES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Real-world applications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15184" cy="242316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3591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control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346704"/>
            <a:ext cx="23225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locomotion, manipulation, process control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920240"/>
            <a:ext cx="2615184" cy="242316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gam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59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346704"/>
            <a:ext cx="23225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Atari, Go, chess, StarCraft at superhuman level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920240"/>
            <a:ext cx="2615184" cy="242316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3591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346704"/>
            <a:ext cx="23225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routing, energy &amp; inventory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920240"/>
            <a:ext cx="2615184" cy="242316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thum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35915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/ RLHF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346704"/>
            <a:ext cx="23225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recsys; aligning language models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fits sequential decision problems: when each choice affects later options and success is judged over the long run.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FORMALISING 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MDP framework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actions, rewards, policies and value.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Part 1 · Phase G  ·  07 / 25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&amp; environment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463040" y="246888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46304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actions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34072" y="246888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2D6A9F">
              <a:alpha val="92000"/>
            </a:srgbClr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34072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34072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state &amp; reward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880360"/>
            <a:ext cx="2679192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754880" y="248716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aₜ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754880" y="3611880"/>
            <a:ext cx="2679192" cy="0"/>
          </a:xfrm>
          <a:prstGeom prst="line">
            <a:avLst/>
          </a:prstGeom>
          <a:noFill/>
          <a:ln w="31750">
            <a:solidFill>
              <a:srgbClr val="3AAFA9"/>
            </a:solidFill>
            <a:prstDash val="solid"/>
            <a:headEnd type="triangle"/>
          </a:ln>
        </p:spPr>
      </p:sp>
      <p:sp>
        <p:nvSpPr>
          <p:cNvPr id="15" name="Text 12"/>
          <p:cNvSpPr/>
          <p:nvPr/>
        </p:nvSpPr>
        <p:spPr>
          <a:xfrm>
            <a:off x="4572000" y="367588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sₜ₊₁ ,  reward  rₜ₊₁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 t the agent acts, the environment responds, and the cycle repeats — generating a trajectory of experience.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MODEL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Markov Decision Processes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MDP is ⟨S, A, P, R, γ⟩: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actions, transition probabilities, rewards, and a discount factor.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states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749040" y="2606040"/>
            <a:ext cx="7708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situations the agent can be 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227832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2278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actions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749040" y="3227832"/>
            <a:ext cx="7708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choices available in each state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849624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84962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transitions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749040" y="3849624"/>
            <a:ext cx="7708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P(s′ | s, a): where actions lead (possibly stochastic)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471416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4714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reward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749040" y="4471416"/>
            <a:ext cx="7708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scalar feedback for a transition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093208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5093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— discount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749040" y="5093208"/>
            <a:ext cx="7708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future reward is worth now (0–1)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property: the future depends only on the current state, not the full history — this makes the maths tractable.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BEHAVIOUR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Policy (π)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π: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strategy — a mapping from states to actions (or to a probability over actions). Learning a good π is the whole goal.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19456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π(s) = 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action per state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common at convergence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19456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π(a | s) = probability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exploration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for uncertain / adversarial settings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is the search for an optimal policy π* that maximises expected long-run reward from every state.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THE LONG RUN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Reward &amp; return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Gₜ: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(discounted) reward from time t onward — what the agent actually tries to maximise, not just the next reward.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468880" y="2697480"/>
            <a:ext cx="7251192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51760" y="2843784"/>
            <a:ext cx="68854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Gₜ = Rₜ₊₁ + γRₜ₊₂ + γ²Rₜ₊₃ + ⋯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2651760" y="3557016"/>
            <a:ext cx="6885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∈ [0,1]: γ→0 = myopic (greedy now); γ→1 = far-sighted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keeps the sum finite and encodes preference for sooner rewards — a near-universal RL design choice.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A STATE?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Value functions: V and Q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1929384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Vπ(s) = E[ Gₜ | Sₜ = s ]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05840" y="26426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value: expected return from state s under π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45352" y="17830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28232" y="1929384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Qπ(s,a) = E[ Gₜ | Sₜ=s, Aₜ=a ]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428232" y="26426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value: expected return after taking a in 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3383280"/>
            <a:ext cx="91440" cy="1691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35478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 — state value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9536" y="398678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it is to be in a state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over the policy's actions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which states to seek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199632" y="338328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99632" y="3383280"/>
            <a:ext cx="91440" cy="1691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35478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— action value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10528" y="398678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a specific action is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pick: argmaxₐ Q(s,a)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basis of Q-learning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HEART OF RL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Bellman equation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state's value = the best immediate reward plus the discounted value of where you land next. Value defined in terms of itself.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194560" y="2697480"/>
            <a:ext cx="7799832" cy="1417320"/>
          </a:xfrm>
          <a:prstGeom prst="roundRect">
            <a:avLst>
              <a:gd name="adj" fmla="val 645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377440" y="2843784"/>
            <a:ext cx="7434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V*(s) = maxₐ E[ r + γ V*(s′) ]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2377440" y="3602736"/>
            <a:ext cx="7434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optimality: optimal value of s via the best action's reward + discounted next value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RL algorithm is, at heart, a way of solving or approximating this equation.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DILEMMA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Exploration vs exploitation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4688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best-known action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 current knowledge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stuck on a local optimum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possibly-better options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46888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uncertain actions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information about the world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wasted reward in the short term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find the true best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is the classic balance: act greedily most of the time, but with probability ε take a random action to keep exploring.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te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KNOW THE MODEL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Solving MDPs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programming: compute optimal value &amp; policy directly.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Part 1 · Phase G  ·  15 / 25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e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 A KNOWN MODEL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Dynamic programming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fully know the MDP (P and R), we can compute the optimal policy directly by repeatedly applying the Bellman equation.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building blocks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evaluation: value of a fixed π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improvement: act greedily on those values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the two to optimality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to converge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full model (P, R)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the entire state space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intractable for huge / unknown MDPs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model-free methods (next)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EVALUATE, THEN IMPROVE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Policy iteration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46148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cal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96" y="30540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Vπ for the current policy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83736" y="26974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4386072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83580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tr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30540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77512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495800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greedily w.r.t. Vπ → new policy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821168" y="26974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8223504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21012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460" y="305409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14944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333232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policy stops changing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yields a strictly better (or equal) policy; it converges to the optimal π* in a finite number of steps.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TWO STEPS TOGETHER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Value iteration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full policy evaluation — just apply the Bellman optimality update repeatedly until values converge, then read off the greedy policy.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194560" y="2651760"/>
            <a:ext cx="7799832" cy="1188720"/>
          </a:xfrm>
          <a:prstGeom prst="roundRect">
            <a:avLst>
              <a:gd name="adj" fmla="val 769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377440" y="2798064"/>
            <a:ext cx="7434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V(s) := maxₐ E[ r + γ V(s′) ]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2377440" y="3328416"/>
            <a:ext cx="7434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this update over all states until V stops changing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faster than policy iteration in practice; both rely on knowing the model — which we usually don't.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WITHOUT A MODEL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Model-free learning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sampled experience — no P or R required.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Part 1 · Phase G  ·  19 / 25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di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COMPLETE EPISODES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Monte Carlo methods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 whole episode to the end, then update each visited state toward the actual return observed. No model needed.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19456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model-free: learns from experience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— uses real returns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intuitive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19456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wait for the episode to end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in the estimates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episodic tasks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episodes are short and well-defined; awkward for long or never-ending tasks.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re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EACH STEP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Temporal-difference 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value estimates after every step using a bootstrapped target — combining Monte Carlo's sampling with DP's recursion.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powerful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online, step by step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wait for episode end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continuing tasks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variance than Monte Carlo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bootstraps off its own estimates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some bias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usually learns much faster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Q-learning &amp; SARSA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RL ALGORITHM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Q-learning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17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TD control: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optimal action-values Q*(s,a) directly, regardless of how the agent currently explores.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371600" y="2542032"/>
            <a:ext cx="9445752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554480" y="2688336"/>
            <a:ext cx="9079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Q(s,a) := Q(s,a) + α[ r + γ·maxₐ′ Q(s′,a′) − Q(s,a) ]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554480" y="3401568"/>
            <a:ext cx="9079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Q toward the TD target: reward + discounted best next value (α = learning rate)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bracket is the TD error — the gap between prediction and a better estimate. Q-learning chases it to zero.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vs OFF-POLICY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SARSA vs Q-learning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(on-policy)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using the action actually taken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value of its real (ε-greedy) behaviour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/ more conservative near risk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uses Q(s′, a′_actual)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(off-policy)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using the best next action (max)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optimal policy while exploring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more aggressive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uses maxₐ′ Q(s′, a′)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illustration — the 'cliff walking' task: SARSA learns a safe path, Q-learning the optimal but riskier one.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RL IS HARD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Challenges &amp; pitfalls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efficiency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RL can need millions of interactions — costly or unsafe in the real world.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assignment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which of many past actions caused a delayed reward?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352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2549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design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badly shaped reward gets gamed — the agent optimises the letter, not the intent.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5021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39242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too little gets stuck; too much wastes reward — balance is delicate.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06908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9593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training can be noisy and sensitive to hyperparameters and seeds.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6360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526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policy trained in simulation may fail on real hardware.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= learn to act from reward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⟨S,A,P,R,γ⟩ formalises the problem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Value/Q functions + Bellman recursion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solves known models; MC/TD don't need one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Q-learning: off-policy TD control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MDP for a 4x4 grid-world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value iteration on it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tabular Q-learning for the grid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ε = 0.01 vs 0.3 and compare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SARSA vs Q-learning paths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(Part 2)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RL: DQN, policy gradients &amp; beyond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turns 'learning' into a sequential decision problem — maximise long-run reward by estimating value and improving the policy from experience.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(Part 1)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2026-06-12T10:46:05Z</dcterms:created>
  <dcterms:modified xsi:type="dcterms:W3CDTF">2026-06-12T10:46:05Z</dcterms:modified>
</cp:coreProperties>
</file>
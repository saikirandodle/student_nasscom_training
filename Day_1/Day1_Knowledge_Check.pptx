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8229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96112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KNOWLEDGE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1 — Foundations of AI / ML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3611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&amp; ML Landscape  ·  Generative AI  ·  Responsible AI  ·  Python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315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  ·  answer &amp; explanation after 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1206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20440" y="5120640"/>
            <a:ext cx="3054096" cy="45720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51206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57416" y="5120640"/>
            <a:ext cx="1883664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15" name="Text 13"/>
          <p:cNvSpPr/>
          <p:nvPr/>
        </p:nvSpPr>
        <p:spPr>
          <a:xfrm>
            <a:off x="6757416" y="5120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 read each question, pick one option, then check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Machine learning is best described as: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follow hand-coded rules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computer hardware chip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patterns from data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for storing large files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Machine learning is best described as: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patterns from data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systems learn patterns from data rather than following rules written by hand for every case.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is a subset of artificial intelligence?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software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server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browser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is a subset of artificial intelligence?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 subfield of AI; deep learning in turn is a subfield of machine learning.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 learning is built on: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tables written by hand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if-else statements only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Pre-sorted lookup tables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artificial neural networks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 learning is built on: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artificial neural networks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uses neural networks with many layers that learn increasingly abstract features from data.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learning uses data that is: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unlabelled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with correct answers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purely at random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images, never text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learning uses data that 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with correct answers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trains on examples paired with known labels (the correct answers) so the model can learn the mapping.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large language model (LLM) is trained mainly to: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high-resolution graphics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and decrypt files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computer's memory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 in text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large language model (LLM) is trained mainly 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 in text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trained to predict the next token given the preceding text; rich language ability emerges from this objective.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'hallucination' in a generative model means it: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false facts confidently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partway through use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answer the prompt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noticeably more slowly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'hallucination' in a generative model means it: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false facts confidently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is fluent, confident output that is factually wrong — a key reason to verify generative results.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Generative AI differs from traditional AI because it: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classifies existing inputs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like text/images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neural networks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any training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Generative AI differs from traditional AI because it: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like text/images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produce new content (text, images, audio), whereas traditional models typically classify or predict from existing inputs.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Algorithmic bias usually originates from: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 used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of the processor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or unrepresentative data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the monitor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Algorithmic bias usually originates from: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or unrepresentative data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from data, so biased or unrepresentative training data is the most common source of biased predictions.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'Explainability' in AI refers to: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why a model decided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a model predicts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running a model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users it has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'Explainability' in AI refers 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why a model decided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about understanding the reasons behind a model's decisions — important for trust, debugging and compliance.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key privacy principle when using personal data is to: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collect as much as possible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forever by default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 with everyone freely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what is needed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key privacy principle when using personal data is 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what is needed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 — collecting and keeping only what's necessary for the task — is a core privacy principle.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Human oversight of AI systems matters because: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models train faster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err with real impact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need for data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guarantees perfect accuracy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Human oversight of AI systems matters because: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err with real impact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make consequential mistakes, so human oversight provides accountability and a chance to catch harmful errors.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is a fairness concern in ML?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clean, readable 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too little electricity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accuracy across groups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the model to disk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is a fairness concern in ML?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accuracy across groups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concerns include a model performing noticeably better for some demographic groups than others.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Transparency about AI use means: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that AI was involved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training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all of the outputs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people AI was used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578608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Transparency about AI use means: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people AI was used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means being open that AI is being used (and how), so people can make informed decisions.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Python, a list is: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single number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ordered, changeable collection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database table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uneditable constant value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Python, a list 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ordered, changeable collection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ordered, mutable sequence — you can change, add or remove its elements.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library is the foundation for numerical arrays in Python?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library is the foundation for numerical arrays in Python?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provides the fast n-dimensional array that nearly all scientific Python libraries (incl. pandas) build 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pandas DataFrame is best described as: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value in memory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plotting window object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2-D labelled table of data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connection handle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pandas DataFrame is best described as: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2-D labelled table of data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2-D table with labelled rows and columns — the workhorse structure for tabular data.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len([3, 5, 7]) return?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sum, 15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count, 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largest, 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len([3, 5, 7]) return?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count, 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returns the number of elements in the list — here, 3.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Python dictionary stores data as: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ordered list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of numbers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text string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Key–value pairs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Python dictionary stores data as: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Key–value pairs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maps unique keys to values, enabling fast lookup by key.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 select rows by a condition in pandas you use: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(mask) indexing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 function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only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statement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 select rows by a condition in pandas you use: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(mask) indexing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masks, e.g. df[df['age'] &gt; 30], filter rows where the condition is True — the idiomatic pandas way.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Vectorised NumPy operations are preferred because they: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element-wise in Python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1129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change the data type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3600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faster than Python loops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0527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GPU to 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Vectorised NumPy operations are preferred because they: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faster than Python loops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operations run in optimised C under the hood, making them far faster than explicit Python loops.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554480"/>
            <a:ext cx="1371600" cy="13716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13248" y="151790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1 Knowledge Check complete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Landscape  ·  Generative AI  ·  Responsible AI  ·  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yourself:  16+ = strong  ·  12–15 = solid  ·  below 12 = revisit the day's decks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2026-06-11T07:17:05Z</dcterms:created>
  <dcterms:modified xsi:type="dcterms:W3CDTF">2026-06-11T07:17:05Z</dcterms:modified>
</cp:coreProperties>
</file>
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8229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96112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KNOWLEDGE CHECK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2 — Mathematical Foundations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41248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Linear Algebra  ·  Calculus  ·  Probability &amp; Statistics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multiple-choice questions  ·  answer &amp; explanation after each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5120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7560" y="5120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06440" y="5120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 read each question, pick one option, then check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scalar?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numbers in a fixed order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numbers in rows and columns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mapping two inputs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scalar?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scalar is just a single number (a magnitude) — unlike a vector (an ordered list of numbers) or a matrix (a grid).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dot product of two vectors produces: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(a scalar)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vector of the same length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containing all products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of twice the length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dot product of two vectors produces: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(a scalar)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dot product multiplies matching elements and sums them, giving one scalar — widely used as a similarity / projection measure.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 matrix multiplication A·B to be valid: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matrices must be perfectly square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matrices must be the same size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matrix must be the identity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A's column count equals B's row count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 matrix multiplication A·B to be valid: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A's column count equals B's row count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dimensions must match: A's number of columns must equal B's number of rows. The result has A's rows and B's columns.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does taking the transpose of a matrix do?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inverts every value in the matrix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swaps the rows and columns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appends an extra row of zeros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doubles the matrix dimensions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does taking the transpose of a matrix do?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swaps the rows and columns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Transposing flips a matrix over its main diagonal, turning rows into columns and columns into rows.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identity matrix behaves like: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zero to a number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rotation of space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everything by two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a number by one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identity matrix behaves like: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a number by one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any matrix by the identity leaves it unchanged — it is the matrix equivalent of multiplying by 1.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a matrix is applied to one of its eigenvectors, the vector: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its direction, only scaled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ninety degrees each time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to the zero vector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converted into a scalar value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a matrix is applied to one of its eigenvectors, the vector: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its direction, only scaled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eigenvector only gets stretched or shrunk (by its eigenvalue) when the matrix is applied — its direction stays the same.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does machine learning rely so heavily on linear algebra?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lets models skip data cleaning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weights are stored as matrices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makes models immune to error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runs without any computer at all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D6A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does machine learning rely so heavily on linear algebra?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weights are stored as matrices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 weights and the operations between them are represented as vectors and matrices, so linear-algebra operations power nearly every computation.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derivative measures: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area beneath the curve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of all the values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of change of a function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input variables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derivative measures: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of change of a function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derivative is the instantaneous rate of change (slope) of a function — how its output changes as the input changes.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gradient descent, the gradient tells us: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of steepest increase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answer in a single step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layers a network needs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stop collecting the 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gradient descent, the gradient tells us: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of steepest increase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points in the direction of steepest increase of a function.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 minimise a loss function, gradient descent moves: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same direction as the gradient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right angle to the gradient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until the steps stop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to the gradient direction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 minimise a loss function, gradient descent moves: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to the gradient direction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points uphill, so to reduce the loss we step in the opposite (downhill) direction.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learning rate controls: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the training data 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each update step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features in the model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of model gets chosen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learning rate controls: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each update step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sets how big each gradient-descent step is — too large overshoots the minimum, too small trains slowly.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chain rule is used to: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datasets into one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large matrices faster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nested functions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 column of numbers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chain rule is used to: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nested functions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rule differentiates composed (nested) functions and is the mathematical basis of backpropagation.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partial derivative is taken: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function is fully linear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feature has been scaled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first using the identity matrix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variable, holding others fixed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partial derivative is taken: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variable, holding others fixed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derivative differentiates with respect to a single variable while keeping all the other variables constant.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median is: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of all the values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once sorted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frequently occurring value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minus the smallest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median is: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once sorted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is the middle value of sorted data; it splits the dataset into two equal halves and is robust to outliers.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measure is most affected by outliers?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(median)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value (mode)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interquartile range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measure is most affected by outliers?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pulled toward extreme values, so it is the most outlier-sensitive. The median and mode are far more robust.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 deviation measures: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centre point of the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single value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spread out the values are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count of the rows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 deviation measures: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spread out the values are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quantifies spread — the typical distance of the values from the mean.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a right-skewed distribution (a long tail to the right):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equals the median exactly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greater than the median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less than the median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has no tail at all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a right-skewed distribution (a long tail to the right):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greater than the median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right tail pulls the mean above the median, so mean &gt; median in right-skewed data.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correlation coefficient of −1 indicates: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relationship at all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positive relationship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data is entirely missing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negative relationship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correlation coefficient of −1 indicates: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negative relationship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is a perfect negative linear relationship: as one variable increases, the other decreases in exact proportion.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interquartile range (IQR) covers: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50% of the values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range of the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top ten percent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extreme outliers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interquartile range (IQR) covers: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50% of the values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IQR is Q3 − Q1, spanning the middle 50% of the data — a robust measure of spread used in box plots.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KNOWLEDGE CHECK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Categorical data is best summarised by: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79192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and standard deviation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0215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66744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502152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correlation coefficient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and proportions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F2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41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47725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derivative of the column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EXPLANATION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86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902952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9902952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i="1" dirty="0">
                <a:solidFill>
                  <a:srgbClr val="5C6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Categorical data is best summarised by: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6F2EA"/>
          </a:solidFill>
          <a:ln w="19050">
            <a:solidFill>
              <a:srgbClr val="BFE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73452"/>
            <a:ext cx="768096" cy="76809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687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74520" y="242316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 ·  </a:t>
            </a:r>
            <a:pPr algn="l" indent="0" marL="0">
              <a:buNone/>
            </a:pPr>
            <a:r>
              <a:rPr lang="en-US" sz="125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874520" y="273405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and proportions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have no meaningful average, so we summarise them with counts and proportions (and bar charts).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Knowledge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554480"/>
            <a:ext cx="1371600" cy="13716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13248" y="1517904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2 knowledge check complete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reviewed Linear Algebra, Calculus, and Probability &amp; Statistics.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yourself: 16+ correct = strong  ·  12–15 = solid  ·  below 12 = revisit the Day 2 decks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2026-06-11T07:07:53Z</dcterms:created>
  <dcterms:modified xsi:type="dcterms:W3CDTF">2026-06-11T07:07:53Z</dcterms:modified>
</cp:coreProperties>
</file>
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ha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WORKSHOP  ·  FOR EDUCATORS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Engineering Fundamentals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841248" y="34198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Talking to AI well — to plan, create and personalize teaching material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1696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prompting is  ·  the core techniques (with classroom use cases)  ·  which AI tool for which task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required  ·  24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oo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parts to today's session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9092" y="2331720"/>
            <a:ext cx="914400" cy="91440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" y="255117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3429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393192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prompt is, why it matters, the anatomy of a strong prompt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92024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7276" y="2331720"/>
            <a:ext cx="914400" cy="91440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2" descr="ic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55117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489704" y="3429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81144" y="393192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prompting techniques, each with a ready-to-use classroom example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65008" y="1920240"/>
            <a:ext cx="357530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395460" y="2331720"/>
            <a:ext cx="914400" cy="91440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moni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6" y="255117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3608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247888" y="3429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339328" y="393192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tools, and which one fits which teaching task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2852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technical. Prompting is just clear, structured instructions — a skill teachers already have.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prompting is, why it helps teachers, and what makes a prompt work.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  ·  03 / 24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prompt?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simply the instruction you give an AI.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craft of writing that instruction clearly enough to get genuinely useful results.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prompt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a quiz about fractions.”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generic, wrong level, no answers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time fixing it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AI 'doesn't get it'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prompt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 MCQs on adding fractions, grade 5,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answer key and one word problem.”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usable on the first try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just clarity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THIS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prompting matters for educators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2494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4505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1272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hours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43814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of plans, quizzes, emails in minutes — teachers report ~6 hrs/week back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201168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2494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4505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1272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43814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re-level the same content for different readers and needs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201168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2494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4505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1272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ideas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43814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tireless brainstorming partner for activities, analogies and hooks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201168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2494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4505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31272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control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43814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expertise and judgment; AI drafts, you decide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replace your teaching — it's to hand the mechanical work to AI so you keep time for students.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Anatomy of a strong prompt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45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08960" y="1645920"/>
            <a:ext cx="8348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AI should act as — “you are a 4th-grade science teacher”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377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0" y="2377440"/>
            <a:ext cx="8348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done — “write 5 comprehension questions”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08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108960" y="3108960"/>
            <a:ext cx="8348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or situation — “based on this passage about volcanoes”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404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108960" y="3840480"/>
            <a:ext cx="8348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output should look — “as a table with an answer key”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572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108960" y="4572000"/>
            <a:ext cx="8348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— “grade-4 reading level, under 150 words, encouraging tone”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R-T-C-F-C. You rarely need all five, but the more you specify, the better the first draft.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CONVERSATION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iterative mindset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7043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ch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91" y="28254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clear first prompt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65526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12998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1401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microsc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849" y="28254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4438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22726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critically as the expert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29884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277356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5759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207" y="282549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8796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87084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specific changes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94242" y="2468880"/>
            <a:ext cx="3291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41714" y="2468880"/>
            <a:ext cx="2498598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80117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65" y="282549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3154" y="3383280"/>
            <a:ext cx="23157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51442" y="3712464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what works as a template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prompt rarely gives the perfect answer — and that's fine. The magic is in the follow-up: “make it shorter”, “add an example”, “that's too hard”.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techniques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techniques — each with a classroom example you can use today.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  ·  08 / 24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Zero-shot prompting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directly — no examples needed. Best for simple, common tasks the AI already understands well.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5 multiple-choice questions on the water cycle for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6 students. Include an answer key.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wins: a starter quiz, a definition, a lesson hook, or a parent email — when you just need a fast, standard draft.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Few-shot prompting (give examples)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1–3 examples of exactly what you want. The AI copies the pattern, tone and difficulty.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are 2 question styles I like: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Q: What causes evaporation?  (recall)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Q: Predict what happens if... (application)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write 4 more questions on the water cycle in this style.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a specific format or rubric style you reuse — give a sample, and every new item matches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Role / persona prompting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to be. A role sets the tone, vocabulary and depth of the response.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encouraging 9th-grade biology teacher. Explain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mitosis to a student who is struggling, using a simple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everyday analogy and no jargon.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explanations to the right level, adopt a supportive tone for feedback, or role-play a historical figure for discussion.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Step-by-step (chain-of-thought)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reason or work things out step by step. This improves accuracy on anything that needs logic.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this word problem step by step, showing each stage of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working. Then explain the one step where students most often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mistake.  PROBLEM: A train travels...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worked solutions for maths/science, build scaffolded explanations, and surface common misconceptions to pre-empt.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 format &amp; templates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exactly how to structure the output — a table, a rubric, bullet points, a lesson-plan template.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grading rubric as a table. Columns: Criteria,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Excellent, Good, Needs Work. Rows: Thesis, Evidence,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Organization, Mechanics. For a Grade 8 persuasive essay.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Rubrics, lesson-plan tables, vocabulary lists, IEP-style goals — get structured output you can paste straight into your docs.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oo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&amp; grounding (give source material)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YOUR material and tell the AI to use only that. This keeps output accurate and on-curriculum.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ONLY the passage below, write 5 comprehension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and a short summary at a Grade 5 level.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PASSAGE: “[paste your reading text here]”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questions, summaries and study guides from your own textbook chapter or article — so it matches what you actually teach.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Constraints (level, length, tone)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limits: reading level, word count, tone, audience, what to avoid. This is the key to differentiation.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Rewrite this paragraph three ways: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1) Grade 3 reading level   2) Grade 6   3) Grade 9.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each under 90 words and keep the key facts.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one text for mixed-ability classes, simplify for EAL/ELL learners, or shorten for an exit ticket — in one prompt.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Break it down (task chaining)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big job into steps, prompting one at a time. Each answer feeds the next — better than one giant request.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(in sequence)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List 6 lesson topics for a 2-week unit on ecosystems.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For topic 1, write the learning objectives.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Now build a 40-minute lesson plan for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whole unit, scheme of work, or project step by step — review and steer at each stage instead of accepting one big dump.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9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Refine &amp; ask AI to self-check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to improve a draft — and ask the AI to critique or check its own work before you trust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505456"/>
            <a:ext cx="91440" cy="18288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65176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(follow-ups)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2980944"/>
            <a:ext cx="10543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questions 2 and 4 harder, and add one real-world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question.”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“Now double-check every answer is correct and flag any you're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unsure about.”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6F2EA"/>
          </a:solidFill>
          <a:ln w="15240">
            <a:solidFill>
              <a:srgbClr val="BFE0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USE CASE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 draft to exactly what you need, and add a verification step — especially for facts, maths answers and grading.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nine techniques at a glance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793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directly, or show examples to copy a pattern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23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Step-by-step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2423160"/>
            <a:ext cx="6793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who the AI is; ask it to reason in stages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546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Context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3154680"/>
            <a:ext cx="6793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layout; ground it in your own material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862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3440" y="3886200"/>
            <a:ext cx="6793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length, tone, audience — the key to differentiating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6177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&amp; Refine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3440" y="4617720"/>
            <a:ext cx="6793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tasks into steps; follow up and self-check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freely — a great prompt often combines a role, context, a format and constraints all at once.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tools for educators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— and which tool fits which teaching task.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  ·  19 / 24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TOOL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tool landscape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203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4048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81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92424"/>
            <a:ext cx="23225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Gemini, Copilot — flexible chat for any prompt (education editions exist)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659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203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4048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81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teacher platforms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92424"/>
            <a:ext cx="23225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MagicSchool, Brisk, Edcafe — 60+ ready-made teaching tools, built for school workflows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659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203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40487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81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tools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92424"/>
            <a:ext cx="23225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Diffit, NotebookLM, Curipod, Khanmigo — each does one teaching job very well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teachers use one general assistant plus two or three specialized tools. Start with one, add as you find gaps.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 TO THE TASK  ·  1 of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Planning &amp; creating material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plans &amp; ideas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0" y="1691640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assistant (ChatGPT / Claude / Gemini) or MagicSchool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4144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reading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46320" y="2441448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Diffit — re-levels any text + adds questions &amp; vocabulary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91256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9125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guides from your sources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46320" y="3191256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— grounded in your PDFs, with citations &amp; audio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41064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94106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&amp; visual materials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46320" y="3941064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Canva for Education, Microsoft Designer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690872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69087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interactive lessons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46320" y="4690872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Curipod, Quizizz, Kahoot!, MagicSchool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Tools/pricing shift often — check the current free tier; most of these have one. Names current as of 2026.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 TO THE TASK  ·  2 of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Feedback, tutoring &amp; admin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first-pass grading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0" y="1691640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 Teaching (in Google Docs), Gradescope, Grammarly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4144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tutoring (guided, safe)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46320" y="2441448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Khanmigo, SchoolAI — student-facing with guardrails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91256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9125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summarizing sources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46320" y="3191256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NotebookLM, Perplexity — answers tied to real sources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41064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94106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comms &amp; admin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46320" y="3941064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MagicSchool, ClassDojo — emails, newsletters, summaries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690872"/>
            <a:ext cx="11091672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69087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design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46320" y="4690872"/>
            <a:ext cx="6611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Canva, Adobe Firefly, Microsoft Designer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student-facing, prefer tools built for education with privacy controls and teacher oversight.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WISELY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Responsible &amp; safe AI use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privacy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never paste student names, grades or personal data into public tools; use school-approved, privacy-compliant ones.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can sound confident but be wrong ('hallucinate') — check facts, dates, maths and citations before using.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0449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352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detectors are unreliable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 wrongly flag many honest students (especially EAL/neurodivergent) — never use as sole proof of cheating.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6667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5701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bias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reflects its training data; review materials for stereotypes, balance and cultural fit.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2885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1788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the teacher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drafts; your professional judgment, relationships and care can't be automated.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workflow for creating material — and next steps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recipe for building teaching material with AI: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962302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18895" y="22585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9" name="Image 1" descr="ic_moni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43" y="24140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971800"/>
            <a:ext cx="1779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8368" y="3300984"/>
            <a:ext cx="1742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→ right tool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529230" y="2057400"/>
            <a:ext cx="2834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2830982" y="2057400"/>
            <a:ext cx="1962302" cy="1783080"/>
          </a:xfrm>
          <a:prstGeom prst="roundRect">
            <a:avLst>
              <a:gd name="adj" fmla="val 4103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01238" y="22585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2" descr="ic_ch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686" y="241401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2422" y="2971800"/>
            <a:ext cx="1779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2940710" y="3300984"/>
            <a:ext cx="1742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role+task+context+format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811573" y="2057400"/>
            <a:ext cx="2834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5113325" y="2057400"/>
            <a:ext cx="1962302" cy="1783080"/>
          </a:xfrm>
          <a:prstGeom prst="roundRect">
            <a:avLst>
              <a:gd name="adj" fmla="val 4103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83580" y="22585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4140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04765" y="2971800"/>
            <a:ext cx="1779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23053" y="3300984"/>
            <a:ext cx="1742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93915" y="2057400"/>
            <a:ext cx="2834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7395667" y="2057400"/>
            <a:ext cx="1962302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65922" y="22585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4" descr="ic_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370" y="241401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87107" y="2971800"/>
            <a:ext cx="1779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505395" y="3300984"/>
            <a:ext cx="1742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facts &amp; level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9376258" y="2057400"/>
            <a:ext cx="2834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1" name="Shape 24"/>
          <p:cNvSpPr/>
          <p:nvPr/>
        </p:nvSpPr>
        <p:spPr>
          <a:xfrm>
            <a:off x="9678010" y="2057400"/>
            <a:ext cx="1962302" cy="1783080"/>
          </a:xfrm>
          <a:prstGeom prst="roundRect">
            <a:avLst>
              <a:gd name="adj" fmla="val 4103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348265" y="22585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3" name="Image 5" descr="ic_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3713" y="2414016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769450" y="2971800"/>
            <a:ext cx="1779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9787738" y="3300984"/>
            <a:ext cx="1742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prompt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48640" y="41148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2F5F9"/>
          </a:solidFill>
          <a:ln/>
        </p:spPr>
      </p:sp>
      <p:sp>
        <p:nvSpPr>
          <p:cNvPr id="37" name="Text 29"/>
          <p:cNvSpPr/>
          <p:nvPr/>
        </p:nvSpPr>
        <p:spPr>
          <a:xfrm>
            <a:off x="822960" y="4114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step: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lesson you're teaching next week. Choose one tool, write one R-T-C-F-C prompt, and build one resource. That single habit is where the hours come back.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548640" y="534924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77240" y="5522976"/>
            <a:ext cx="493776" cy="49377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0" name="Image 6" descr="ic_bulb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64184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463040" y="5349240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prompt + the right tool + your expert review = teaching material in minutes, not hours. The companion lab manual walks you through it step by step.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 · For Educators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2026-06-15T11:17:03Z</dcterms:created>
  <dcterms:modified xsi:type="dcterms:W3CDTF">2026-06-15T11:17:03Z</dcterms:modified>
</cp:coreProperties>
</file>
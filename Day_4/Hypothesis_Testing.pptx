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alanc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STATISTICAL FOUNDATIONS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Hypothesis Testing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41248" y="34564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Making decisions from data — with the t-test, ANOVA &amp; chi-square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2245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alternate hypotheses  ·  p-value  ·  t-test  ·  ANOVA  ·  chi-square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module  ·  15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 the effect real, or just chance?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process looks 2% better — but could that gap be random noise?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a principled yes/no, with a stated level of confidence.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H₀, H₁, p-value, α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one or two means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3+ means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tab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association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lid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test for the job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underpins A/B tests, quality control, scientific claims and feature validation in ML.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OF TESTING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framework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Hypotheses, the p-value, significance and errors.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· Statistical Foundations  ·  03 / 15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ve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COURTROOM FOR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hypothesis testing?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'nothing is going on', then ask how surprising the data would be under that assumption. If it's surprising enough, reject it.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courtroom analogy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defendant is presumed innocent (H₀)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= your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'beyond reasonable doubt' = significance level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reject innocence only with strong evidence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consequence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'prove' H₁ true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either reject H₀ or fail to reject it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reject ≠ proving H₀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evidence ≠ evidence of absence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COMPETING CLAIMS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Null vs alternate hypothesis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 (H₀)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 effect / no difference' default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assume true until shown otherwise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'the two machines produce equal strength'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contains the equality (=)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hypothesis  (H₁)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we're gathering evidence for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'there IS an effect / a difference'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'the machines differ in strength'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(&gt;, &lt;) or two-sided (≠)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both BEFORE looking at the data. The test can only ever reject H₀ — it never confirms it.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erc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SURPRISING IS THE DATA?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p-value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seeing a result at least as extreme as yours, IF the null hypothesis were true.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103120" y="2606040"/>
            <a:ext cx="7982712" cy="1234440"/>
          </a:xfrm>
          <a:prstGeom prst="roundRect">
            <a:avLst>
              <a:gd name="adj" fmla="val 740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2752344"/>
            <a:ext cx="7616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P( data this extreme  |  H₀ true 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0" y="3328416"/>
            <a:ext cx="7616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 → the data would be surprising under H₀ → evidence against H₀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p-value means 'rare under H₀'. It is NOT the probability that H₀ is true, nor the chance you're wrong.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RULE &amp; ITS RISKS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Significance level &amp; error types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threshold α (often 0.05) in advance. If p ≤ α, reject H₀ ('statistically significant').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440680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51760"/>
            <a:ext cx="91440" cy="242316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163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error (false positive)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55264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when it's actually true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'cried wolf' — found an effect that isn't real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= α (your chosen threshold)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scrap a good process for nothing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51760"/>
            <a:ext cx="5440680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51760"/>
            <a:ext cx="91440" cy="242316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163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error (false negative)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255264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 when H₁ is true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 real effect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= β; power = 1 − β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larger samples / bigger effect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hypothesis-testing workflow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78662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10" y="31455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and H₁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448763" y="278892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2851099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81121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569" y="31455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42539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α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960827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0.05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751222" y="278892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5153558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783580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vi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314553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44998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test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263286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/ ANOVA / χ²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53682" y="278892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7456018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86039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func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487" y="314553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47458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565746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 &amp; p-value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9356141" y="278892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3"/>
          <p:cNvSpPr/>
          <p:nvPr/>
        </p:nvSpPr>
        <p:spPr>
          <a:xfrm>
            <a:off x="9758477" y="2788920"/>
            <a:ext cx="1881835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388498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5" descr="ic_gave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3946" y="3145536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849917" y="3703320"/>
            <a:ext cx="1698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9868205" y="4032504"/>
            <a:ext cx="16623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or not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α and the test BEFORE seeing results — choosing them afterward to get significance is 'p-hacking'.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vi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WORKHORSE TESTS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tests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ANOVA and chi-square — and when to use each.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· Statistical Foundations  ·  09 / 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MEANS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t-test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0" y="1627632"/>
            <a:ext cx="5239512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773936"/>
            <a:ext cx="4873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 =  (x̄ − μ₀) / (s / √n)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2487168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t: how many standard errors the mean is from μ₀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5577840" cy="3246120"/>
          </a:xfrm>
          <a:prstGeom prst="roundRect">
            <a:avLst>
              <a:gd name="adj" fmla="val 253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7922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flavours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— </a:t>
            </a:r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mean different from a target value?
</a:t>
            </a:r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— </a:t>
            </a:r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two independent groups have different means?
</a:t>
            </a:r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— </a:t>
            </a:r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same units change (before vs after)?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comparing 1–2 group means on a numeric measure. Assumes roughly normal data; the paired test controls for unit-to-unit variation.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3+ MEANS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ANOVA (analysis of variance)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0" y="1627632"/>
            <a:ext cx="5239512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773936"/>
            <a:ext cx="4873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 =  MS_between / MS_within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2487168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between-group variance ÷ within-group variance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5577840" cy="3246120"/>
          </a:xfrm>
          <a:prstGeom prst="roundRect">
            <a:avLst>
              <a:gd name="adj" fmla="val 253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7922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many t-tests?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3+ groups with repeated t-tests inflates the false-positive rate.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tests them all at once:
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 means are equal
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group differs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 (small p) says the groups aren't all the same — then a post-hoc test (e.g. Tukey) shows which pairs differ.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ASSOCIATION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chi-square test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0" y="1627632"/>
            <a:ext cx="5239512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773936"/>
            <a:ext cx="4873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 =  Σ (O − E)² / 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2487168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cells of (observed − expected)² ÷ expected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5577840" cy="3246120"/>
          </a:xfrm>
          <a:prstGeom prst="roundRect">
            <a:avLst>
              <a:gd name="adj" fmla="val 253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7922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counts, not means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two categorical variables are associated, by comparing observed counts to those expected if they were independent.
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variables are independent
</a:t>
            </a:r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associated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is defect type related to the production shift? Build a contingency table of counts and test it.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Choosing the right test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916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numeric mean vs a target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0" y="1691640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t-test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04872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0487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group means (independent)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40880" y="2404872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18104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18104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on the same units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040880" y="3118104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831336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831336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group means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0880" y="3831336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544568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54456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between two categoricals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040880" y="4544568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ask: is my outcome numeric or categorical, and how many groups am I comparing? That picks the test.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p-hacking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trying tests until one is significant, or choosing α after seeing p — decide up front.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≠ important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tiny, useless effect can be 'significant' with a huge sample — report effect size too.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352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254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comparisons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many tests inflate false positives — correct for it (Bonferroni, FDR).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021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39242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assumptions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t-test/ANOVA assume roughly normal data &amp; similar variance — check them.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0690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959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Misreading the p-value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is NOT the probability that H₀ is true, nor of being wrong.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636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526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'Fail to reject' = proof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finding an effect isn't proving there is none — maybe the sample was too small.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 &amp; key formulas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10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212848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H₀ (no effect) and H₁ before testing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chance of data this extreme if H₀ true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≤ α → reject H₀; mind Type I &amp; II errors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 1–2 means; ANOVA: 3+ means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Chi-square: association between categories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effect size, not just significance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245352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73952" y="1810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73952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73952" y="25786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(x̄ − μ₀) / (s/√n)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73952" y="31821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73952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MS_between / MS_within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73952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73952" y="4370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Σ (O − E)² / 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9" name="Image 1" descr="ic_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separates real signals from random noise — state your hypotheses, pick the right test, read the p-value honestly, and always weigh practical significance.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Hypothesis Testing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2026-06-12T12:28:44Z</dcterms:created>
  <dcterms:modified xsi:type="dcterms:W3CDTF">2026-06-12T12:28:44Z</dcterms:modified>
</cp:coreProperties>
</file>
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image" Target="../media/image-10-3.png"/><Relationship Id="rId8" Type="http://schemas.openxmlformats.org/officeDocument/2006/relationships/image" Target="../media/image-10-8.png"/><Relationship Id="rId9" Type="http://schemas.openxmlformats.org/officeDocument/2006/relationships/image" Target="../media/image-10-3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slid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4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 &amp; Preprocessing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— </a:t>
            </a:r>
            <a:pPr algn="l" indent="0" marL="0">
              <a:buNone/>
            </a:pP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Preparing Data for ML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categoricals · feature scaling · feature engineering · the preprocessing pipeline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U8  ·  Phase C  ·  Day 4  (finishing U8 — cleaning was Part 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clean data to model-ready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made the data correct. But models need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 comparable scales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now we encode categories, scale features, and engineer new ones.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h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preprocess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eat numbers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one-hot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&amp; standardise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magi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better inputs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pipelin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without leakage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Part 1 fixed missing values, duplicates, types, outliers &amp; text. Now we transform for the model.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NUMERIC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Encoding categorical data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 maths, not words. Turn categories into numbers — the right way for each kind.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2 · Phase C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CONSTRAINT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only understand numbers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computes distances, sums and gradients — so every input must be a number, and numbers must be on comparable scales.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97180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14553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64208" y="300837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categories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379476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"red", "blue" → must become numbers (encoding)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15968" y="269748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90288" y="297180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14553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31536" y="300837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90288" y="379476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(0–100) vs income (0–1M) → must be rescaled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83296" y="2697480"/>
            <a:ext cx="3584448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8357616" y="2971800"/>
            <a:ext cx="713232" cy="71323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mag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314553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98864" y="300837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raw features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357616" y="379476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→ day-of-week, is-weekend (engineering)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fixes — encode, scale, engineer — turn clean data into model-ready data.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NUMBERS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 vs one-hot encoding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556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red→0, green→1, blue→2 — one column. Use only for ORDERED categories (low&lt;med&lt;high).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2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implies an order the model will believe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2644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5935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0/1 column per category — no false order. The default for UNORDERED categories.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safe; watch out for too many categories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3640" y="1645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One-hot, visualised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93392"/>
          <a:ext cx="5376672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298448"/>
                <a:gridCol w="1298448"/>
                <a:gridCol w="129844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color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is_red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is_green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is_blue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red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B1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green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B1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blue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B1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263640" y="4041648"/>
            <a:ext cx="5376672" cy="868680"/>
          </a:xfrm>
          <a:prstGeom prst="roundRect">
            <a:avLst>
              <a:gd name="adj" fmla="val 6316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9944" y="4187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4"/>
          <p:cNvSpPr/>
          <p:nvPr/>
        </p:nvSpPr>
        <p:spPr>
          <a:xfrm>
            <a:off x="6556248" y="4187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5"/>
          <p:cNvSpPr/>
          <p:nvPr/>
        </p:nvSpPr>
        <p:spPr>
          <a:xfrm>
            <a:off x="6702552" y="4187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6"/>
          <p:cNvSpPr/>
          <p:nvPr/>
        </p:nvSpPr>
        <p:spPr>
          <a:xfrm>
            <a:off x="6903720" y="411480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encode.py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464808" y="4425696"/>
            <a:ext cx="4974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pd.get_dummies(df, columns=['color'])  # one-hot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sklearn: OneHotEncoder / LabelEncoder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an unordered column; label-encode an ordered one.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ONE SCALE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Scaling, engineering &amp; pipelines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features so none dominates, craft better inputs, and wire it all up without leaking test data.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2 · Phase C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SCALE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scaling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92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(Min-Max)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to a fixed [0, 1] range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41401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140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min) / (max − min)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0" y="241401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bounded data, images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1729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009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(Z-score)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at mean 0, std 1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92277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922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− μ) / σ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0" y="39227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default; robust to ranges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9632" y="1664208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 at all?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00800" y="2240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scaling,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(0–1,000,000)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dwarfs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(0–100)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 &amp; gradient-based models (KNN, SVM, neural nets, k-means) then treat income as all that matters.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0" y="3977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(random forest, XGBoost) don't need it — but it never hurts.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and min-max scale a numeric column; compare the before/after ranges.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RIGHT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in code — and avoiding leakage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6035040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7373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2048256"/>
            <a:ext cx="56327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 = train_test_split(X)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ONLY on training data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scaler.fit_transform(X_train)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reuse those stats on the test set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scaler.transform(X_test)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1664208"/>
            <a:ext cx="4873752" cy="2743200"/>
          </a:xfrm>
          <a:prstGeom prst="roundRect">
            <a:avLst>
              <a:gd name="adj" fmla="val 3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95160" y="1874520"/>
            <a:ext cx="603504" cy="603504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14" name="Image 1" descr="ic_war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948" y="2010308"/>
            <a:ext cx="331927" cy="331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data leakage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995160" y="269748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scalers, encoders and imputers on </a:t>
            </a:r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only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apply to test.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all data lets test information leak in — inflating scores you can't reproduce in production.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2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first, then fit the scaler on train only and transform both sets.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BETTER INPUTS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engineering basics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columns that expose the signal more directly — often the biggest lever on model performance.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79806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9992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6758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dates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0050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day-of-week, month, is_weekend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46704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79806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ha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99923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6758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columns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0050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&amp; weight → BMI; price &amp; qty → total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44768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79806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scisso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99923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6758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/ bucket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0050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child / adult / senior groups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942832" y="256032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79806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task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99923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6758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0050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mean spend, purchase count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features beat fancy models: domain knowledge encoded as columns often wins competitions.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0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1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2 new features (e.g. extract day-of-week from a date; combine two columns).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IT ALL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preprocessing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002536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r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1396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29718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fix data</a:t>
            </a:r>
            <a:endParaRPr lang="en-US" sz="90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40944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002536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139696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907792" y="29718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numbers</a:t>
            </a:r>
            <a:endParaRPr lang="en-US" sz="90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40944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002536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sca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139696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175504" y="29718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scale</a:t>
            </a:r>
            <a:endParaRPr lang="en-US" sz="90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40944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002536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magic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139696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61504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7443216" y="29718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90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40944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78308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002536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cogs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139696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729216" y="26974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9710928" y="297180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train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548640" y="361188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694944" y="3758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7" name="Shape 25"/>
          <p:cNvSpPr/>
          <p:nvPr/>
        </p:nvSpPr>
        <p:spPr>
          <a:xfrm>
            <a:off x="841248" y="3758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8" name="Shape 26"/>
          <p:cNvSpPr/>
          <p:nvPr/>
        </p:nvSpPr>
        <p:spPr>
          <a:xfrm>
            <a:off x="987552" y="3758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9" name="Text 27"/>
          <p:cNvSpPr/>
          <p:nvPr/>
        </p:nvSpPr>
        <p:spPr>
          <a:xfrm>
            <a:off x="1188720" y="368503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950" dirty="0"/>
          </a:p>
        </p:txBody>
      </p:sp>
      <p:sp>
        <p:nvSpPr>
          <p:cNvPr id="40" name="Text 28"/>
          <p:cNvSpPr/>
          <p:nvPr/>
        </p:nvSpPr>
        <p:spPr>
          <a:xfrm>
            <a:off x="749808" y="3995928"/>
            <a:ext cx="10689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Pipeline([('scale', StandardScaler()), ('model', LogisticRegression())])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   # scaling + model in one leak-free step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42" name="Shape 3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3" name="Image 10" descr="ic_flas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scaler + a model in a scikit-learn Pipeline and fit it on the training set.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46" name="Text 3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need numbers on comparable scales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unordered; label-encode ordered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or min-max scale features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to expose the signal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 — never leak test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an unordered column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an ordered column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&amp; min-max scale a feature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2 new features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scaler + model Pipeline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C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see patterns before modelling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38328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79408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complete: data is clean &amp; model-ready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(Part 1) → encode → scale → engineer (Part 2). Now the data is finally ready to model.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2)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2026-06-10T16:18:10Z</dcterms:created>
  <dcterms:modified xsi:type="dcterms:W3CDTF">2026-06-10T16:18:10Z</dcterms:modified>
</cp:coreProperties>
</file>
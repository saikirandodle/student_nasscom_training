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2D6A9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320000">
            <a:off x="9509760" y="237744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3AAFA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868680"/>
            <a:ext cx="914400" cy="91440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82296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?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96112" y="2103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TRAINING  ·  KNOWLEDGE CHECK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Day 3 — Probability &amp; the Data Lifecycle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41248" y="3611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CE7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Probability  ·  Bayes  ·  Distributions  ·  Information Theory  ·  DS Lifecycle &amp; Data Sources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43159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multiple-choice questions  ·  answer &amp; explanation after each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5120640"/>
            <a:ext cx="2615184" cy="457200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12064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66744" y="5120640"/>
            <a:ext cx="3346704" cy="457200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13" name="Text 11"/>
          <p:cNvSpPr/>
          <p:nvPr/>
        </p:nvSpPr>
        <p:spPr>
          <a:xfrm>
            <a:off x="3666744" y="5120640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&amp; Data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6868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E9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Instructions: read each question, pick one option, then check the next slide.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221992" cy="384048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probability of any event is always: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97480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42032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0 and 1 inclusive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1129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than one always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3600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36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05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negative quantity sometimes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49824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0527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052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49824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at exactly one half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221992" cy="384048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probability of any event is always: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0 and 1 inclusive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Probabilities are bounded in [0, 1]: 0 means impossible, 1 means certain.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221992" cy="384048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If two events A and B are independent, then: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97480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42032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must cause the other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1129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cannot both occur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3600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36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05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 and B) = P(A)·P(B)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49824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0527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052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49824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P(A) must equal P(B)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221992" cy="384048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If two events A and B are independent, then: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 and B) = P(A)·P(B)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 means one event's outcome doesn't affect the other, so their joint probability is the product of each.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221992" cy="384048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Conditional probability P(A|B) is: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97480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42032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probability of A or B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1129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probability of A given B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3600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36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05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equal to P(A)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49824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0527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052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49824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as P(B|A)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221992" cy="384048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Conditional probability P(A|B) is: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probability of A given B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P(A|B) is the probability of A given that B has occurred — it generally differs from P(A) and from P(B|A).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221992" cy="384048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Bayes' theorem lets you: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97480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42032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data into order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1129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all of the outliers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3600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36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05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 matrix inverse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49824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0527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052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49824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belief with new evidence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221992" cy="384048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Bayes' theorem lets you: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belief with new evidence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Bayes' theorem combines a prior belief with observed evidence (the likelihood) to produce an updated posterior belief.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221992" cy="384048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 Bayes' theorem, the 'prior' represents: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97480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42032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updated belief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1129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observed likelihood term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3600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36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05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 before seeing evidence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49824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0527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052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49824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normalising constant only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221992" cy="384048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 Bayes' theorem, the 'prior' represents: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 before seeing evidence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 is what you believed before seeing the new data; the posterior is the belief after updating.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221992" cy="384048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normal (Gaussian) distribution is: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97480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42032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Bell-shaped and symmetric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1129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strongly right-skewed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3600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36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05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across all values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49824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0527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052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49824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Shaped like a staircase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221992" cy="384048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normal (Gaussian) distribution is: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Bell-shaped and symmetric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normal distribution is the symmetric, bell-shaped curve defined by its mean and standard deviation.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221992" cy="384048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expected value of a random variable is: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97480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42032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single largest value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1129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total count of outcomes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3600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36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05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smallest possible value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49824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0527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052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49824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long-run average outcome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221992" cy="384048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expected value of a random variable is: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long-run average outcome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value is the probability-weighted mean — the average outcome you'd see over many repetitions.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221992" cy="384048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Entropy measures: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97480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42032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speed of a computation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1129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in a distribution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3600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36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05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 of the data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49824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0527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052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49824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features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221992" cy="384048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Entropy measures: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in a distribution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quantifies uncertainty: it's highest when outcomes are equally likely and zero when one outcome is certain.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221992" cy="384048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KL divergence measures: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97480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42032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slope of a function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1129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of two datasets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3600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36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05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two distributions differ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49824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0527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052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49824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size of a matrix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221992" cy="384048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KL divergence measures: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two distributions differ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divergence measures how one probability distribution differs from another; it is not symmetric.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221992" cy="384048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Mutual information between two variables captures: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97480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42032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information between them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1129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difference in units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3600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36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05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combined file size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49824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0527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052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49824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they were collected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221992" cy="384048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Mutual information between two variables captures: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information between them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information measures how much knowing one variable reduces uncertainty about the other.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816352" cy="384048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&amp; Data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data science lifecycle typically begins with: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97480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42032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 complex model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1129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old records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3600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36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05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to production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49824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0527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052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49824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the business problem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816352" cy="384048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&amp; Data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data science lifecycle typically begins with: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the business problem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starts by framing the business problem; the data and model choices follow from it.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816352" cy="384048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&amp; Data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CRISP-DM is best described as: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97480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42032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programming language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1129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project framework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3600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36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05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 of relational database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49824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0527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052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49824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 of cloud server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816352" cy="384048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&amp; Data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CRISP-DM is best described as: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project framework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is the widely used, iterative framework of six phases for data-mining / data-science projects.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816352" cy="384048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&amp; Data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Roughly what share of project time goes to data preparation?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97480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42032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eighty percent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1129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ten percent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3600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36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05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half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49824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0527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052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49824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none of it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816352" cy="384048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&amp; Data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Roughly what share of project time goes to data preparation?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eighty percent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Finding, cleaning and shaping data typically consumes around 80% of a project's effort.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816352" cy="384048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&amp; Data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Structured data is data that: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97480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42032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no fixed format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1129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stored at all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3600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36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05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always an image file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49824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0527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052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49824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into rows and columns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816352" cy="384048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&amp; Data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Structured data is data that: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into rows and columns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has a fixed schema of rows and columns — e.g. SQL tables and spreadsheets.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816352" cy="384048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&amp; Data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JSON is an example of data that is: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97480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42032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unstructured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1129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3600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36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05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table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49824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0527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052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49824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binary executable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816352" cy="384048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&amp; Data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JSON is an example of data that is: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Semi-structured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has keys/tags giving it some structure, but a flexible schema — so it's semi-structured.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816352" cy="384048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&amp; Data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 API is used to: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97480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42032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Permanently delete files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1129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a hard drive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3600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36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05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data from a service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49824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0527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052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49824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a chart on screen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816352" cy="384048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&amp; Data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 API is used to: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data from a service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API lets your program request data (or actions) from another service, often returning JSON.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816352" cy="384048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&amp; Data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Which of these is an example of unstructured data?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97480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42032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SQL table of sales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1129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spreadsheet grid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3600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36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05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CSV file of numbers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49824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0527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052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49824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folder of photographs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816352" cy="384048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&amp; Data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Which of these is an example of unstructured data?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folder of photographs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have no row/column schema, so a folder of photos is unstructured data.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816352" cy="384048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&amp; Data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 pandas, you load a CSV file with: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97480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42032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pd.to_sql()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1129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pd.read_csv()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3600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36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05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pd.plot()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49824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0527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052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49824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pd.dropna()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816352" cy="384048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&amp; Data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 pandas, you load a CSV file with: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pd.read_csv()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pd.read_csv() reads a CSV file into a DataFrame — the most common ingestion call.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816352" cy="384048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&amp; Data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monitoring stage of the lifecycle exists to: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97480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42032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deployed model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1129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the very first data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3600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36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05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problem statement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49824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0527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052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49824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colour scheme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816352" cy="384048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&amp; Data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monitoring stage of the lifecycle exists to: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deployed model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tracks a live model's performance so you can detect drift and retrain when needed.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816352" cy="384048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&amp; Data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data warehouse is mainly used for: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97480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42032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video streaming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1129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 web browser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3600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36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05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storage for analysis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49824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0527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052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49824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photographs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816352" cy="384048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&amp; Data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data warehouse is mainly used for: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storage for analysis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warehouse is a central, query-optimised store that consolidates data for analytics.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3248" y="1554480"/>
            <a:ext cx="1371600" cy="137160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13248" y="1517904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Day 3 Knowledge Check complete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 ·  Bayes  ·  Distributions  ·  Information Theory  ·  DS Lifecycle &amp; Data Sources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yourself:  16+ = strong  ·  12–15 = solid  ·  below 12 = revisit the day's decks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AI/ML Training</dc:creator>
  <cp:lastModifiedBy>AI/ML Training</cp:lastModifiedBy>
  <cp:revision>1</cp:revision>
  <dcterms:created xsi:type="dcterms:W3CDTF">2026-06-11T07:17:05Z</dcterms:created>
  <dcterms:modified xsi:type="dcterms:W3CDTF">2026-06-11T07:17:05Z</dcterms:modified>
</cp:coreProperties>
</file>